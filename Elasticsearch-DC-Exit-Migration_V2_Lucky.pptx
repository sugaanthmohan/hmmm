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docProps/app.xml" ContentType="application/vnd.openxmlformats-officedocument.extended-properties+xml"/>
  <Override PartName="/docProps/core.xml" ContentType="application/vnd.openxmlformats-package.core-properties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s/slide1.xml" ContentType="application/vnd.openxmlformats-officedocument.presentationml.slide+xml"/>
  <Default Extension="jpg" ContentType="image/jpg"/>
  <Override PartName="/ppt/slides/slide2.xml" ContentType="application/vnd.openxmlformats-officedocument.presentationml.slide+xml"/>
  <Default Extension="png" ContentType="image/png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officeDocument/2006/relationships/custom-properties" Target="docProps/custom.xml"/></Relationships>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x="11430000" cy="6445250"/>
  <p:notesSz cx="11430000" cy="6445250"/>
  <p:defaultTextStyle>
    <a:defPPr>
      <a:defRPr kern="0"/>
    </a:def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78" d="100"/>
          <a:sy n="78" d="100"/>
        </p:scale>
        <p:origin x="-1536" y="-84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8028800" cy="780288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viewProps" Target="viewProps.xml"/><Relationship Id="rId4" Type="http://schemas.openxmlformats.org/officeDocument/2006/relationships/presProps" Target="presProps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/Relationships>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
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
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
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
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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type="obj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857250" y="1998027"/>
            <a:ext cx="9715500" cy="135350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500" b="0" i="0">
                <a:solidFill>
                  <a:srgbClr val="2D3B4E"/>
                </a:solidFill>
                <a:latin typeface="Verdana"/>
                <a:cs typeface="Verdana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714500" y="3609340"/>
            <a:ext cx="8001000" cy="161131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type="ftr" idx="5" sz="quarter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5" name="Holder 5"/>
          <p:cNvSpPr>
            <a:spLocks noGrp="1"/>
          </p:cNvSpPr>
          <p:nvPr>
            <p:ph type="dt" idx="6" sz="half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</a:p>
        </p:txBody>
      </p:sp>
      <p:sp>
        <p:nvSpPr>
          <p:cNvPr id="6" name="Holder 6"/>
          <p:cNvSpPr>
            <a:spLocks noGrp="1"/>
          </p:cNvSpPr>
          <p:nvPr>
            <p:ph type="sldNum" idx="7" sz="quarter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#</a:t>
            </a:fld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500" b="0" i="0">
                <a:solidFill>
                  <a:srgbClr val="2D3B4E"/>
                </a:solidFill>
                <a:latin typeface="Verdana"/>
                <a:cs typeface="Verdana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/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type="ftr" idx="5" sz="quarter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5" name="Holder 5"/>
          <p:cNvSpPr>
            <a:spLocks noGrp="1"/>
          </p:cNvSpPr>
          <p:nvPr>
            <p:ph type="dt" idx="6" sz="half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</a:p>
        </p:txBody>
      </p:sp>
      <p:sp>
        <p:nvSpPr>
          <p:cNvPr id="6" name="Holder 6"/>
          <p:cNvSpPr>
            <a:spLocks noGrp="1"/>
          </p:cNvSpPr>
          <p:nvPr>
            <p:ph type="sldNum" idx="7" sz="quarter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#</a:t>
            </a:fld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type="obj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500" b="0" i="0">
                <a:solidFill>
                  <a:srgbClr val="2D3B4E"/>
                </a:solidFill>
                <a:latin typeface="Verdana"/>
                <a:cs typeface="Verdana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idx="2" sz="half"/>
          </p:nvPr>
        </p:nvSpPr>
        <p:spPr>
          <a:xfrm>
            <a:off x="571500" y="1482407"/>
            <a:ext cx="4972050" cy="425386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idx="3" sz="half"/>
          </p:nvPr>
        </p:nvSpPr>
        <p:spPr>
          <a:xfrm>
            <a:off x="5886450" y="1482407"/>
            <a:ext cx="4972050" cy="425386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/>
        </p:txBody>
      </p:sp>
      <p:sp>
        <p:nvSpPr>
          <p:cNvPr id="5" name="Holder 5"/>
          <p:cNvSpPr>
            <a:spLocks noGrp="1"/>
          </p:cNvSpPr>
          <p:nvPr>
            <p:ph type="ftr" idx="5" sz="quarter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6" name="Holder 6"/>
          <p:cNvSpPr>
            <a:spLocks noGrp="1"/>
          </p:cNvSpPr>
          <p:nvPr>
            <p:ph type="dt" idx="6" sz="half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</a:p>
        </p:txBody>
      </p:sp>
      <p:sp>
        <p:nvSpPr>
          <p:cNvPr id="7" name="Holder 7"/>
          <p:cNvSpPr>
            <a:spLocks noGrp="1"/>
          </p:cNvSpPr>
          <p:nvPr>
            <p:ph type="sldNum" idx="7" sz="quarter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#</a:t>
            </a:fld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type="obj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500" b="0" i="0">
                <a:solidFill>
                  <a:srgbClr val="2D3B4E"/>
                </a:solidFill>
                <a:latin typeface="Verdana"/>
                <a:cs typeface="Verdana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ftr" idx="5" sz="quarter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type="dt" idx="6" sz="half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</a:p>
        </p:txBody>
      </p:sp>
      <p:sp>
        <p:nvSpPr>
          <p:cNvPr id="5" name="Holder 5"/>
          <p:cNvSpPr>
            <a:spLocks noGrp="1"/>
          </p:cNvSpPr>
          <p:nvPr>
            <p:ph type="sldNum" idx="7" sz="quarter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#</a:t>
            </a:fld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type="obj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idx="5" sz="quarter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dt" idx="6" sz="half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</a:p>
        </p:txBody>
      </p:sp>
      <p:sp>
        <p:nvSpPr>
          <p:cNvPr id="4" name="Holder 4"/>
          <p:cNvSpPr>
            <a:spLocks noGrp="1"/>
          </p:cNvSpPr>
          <p:nvPr>
            <p:ph type="sldNum" idx="7" sz="quarter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#</a:t>
            </a:fld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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9526"/>
            <a:ext cx="11430000" cy="6429375"/>
          </a:xfrm>
          <a:custGeom>
            <a:avLst/>
            <a:gdLst/>
            <a:ahLst/>
            <a:cxnLst/>
            <a:rect l="l" t="t" r="r" b="b"/>
            <a:pathLst>
              <a:path w="11430000" h="6429375">
                <a:moveTo>
                  <a:pt x="11430000" y="0"/>
                </a:moveTo>
                <a:lnTo>
                  <a:pt x="0" y="0"/>
                </a:lnTo>
                <a:lnTo>
                  <a:pt x="0" y="6429375"/>
                </a:lnTo>
                <a:lnTo>
                  <a:pt x="11430000" y="6429375"/>
                </a:lnTo>
                <a:lnTo>
                  <a:pt x="11430000" y="0"/>
                </a:lnTo>
                <a:close/>
              </a:path>
            </a:pathLst>
          </a:custGeom>
          <a:solidFill>
            <a:srgbClr val="F9F9F5"/>
          </a:solidFill>
        </p:spPr>
        <p:txBody>
          <a:bodyPr wrap="square" lIns="0" tIns="0" rIns="0" bIns="0" rtlCol="0"/>
          <a:lstStyle/>
          <a:p/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605675" y="468694"/>
            <a:ext cx="9929380" cy="129793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500" b="0" i="0">
                <a:solidFill>
                  <a:srgbClr val="2D3B4E"/>
                </a:solidFill>
                <a:latin typeface="Verdana"/>
                <a:cs typeface="Verdana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571500" y="1482407"/>
            <a:ext cx="10287000" cy="425386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type="ftr" idx="5" sz="quarter"/>
          </p:nvPr>
        </p:nvSpPr>
        <p:spPr>
          <a:xfrm>
            <a:off x="3886200" y="5994082"/>
            <a:ext cx="3657600" cy="32226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5" name="Holder 5"/>
          <p:cNvSpPr>
            <a:spLocks noGrp="1"/>
          </p:cNvSpPr>
          <p:nvPr>
            <p:ph type="dt" idx="6" sz="half"/>
          </p:nvPr>
        </p:nvSpPr>
        <p:spPr>
          <a:xfrm>
            <a:off x="571500" y="5994082"/>
            <a:ext cx="2628900" cy="32226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</a:p>
        </p:txBody>
      </p:sp>
      <p:sp>
        <p:nvSpPr>
          <p:cNvPr id="6" name="Holder 6"/>
          <p:cNvSpPr>
            <a:spLocks noGrp="1"/>
          </p:cNvSpPr>
          <p:nvPr>
            <p:ph type="sldNum" idx="7" sz="quarter"/>
          </p:nvPr>
        </p:nvSpPr>
        <p:spPr>
          <a:xfrm>
            <a:off x="8229600" y="5994082"/>
            <a:ext cx="2628900" cy="32226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#</a:t>
            </a:fld>
          </a:p>
        </p:txBody>
      </p:sp>
    </p:spTree>
  </p:cSld>
  <p:clrMap folHlink="folHlink" hlink="hlink" accent1="accent1" accent2="accent2" accent3="accent3" accent4="accent4" accent5="accent5" accent6="accent6" tx2="dk2" bg2="lt2" tx1="dk1" bg1="lt1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jpg"/></Relationships>
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Relationship Id="rId8" Type="http://schemas.openxmlformats.org/officeDocument/2006/relationships/image" Target="../media/image8.png"/></Relationships>
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
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image" Target="../media/image14.png"/><Relationship Id="rId6" Type="http://schemas.openxmlformats.org/officeDocument/2006/relationships/image" Target="../media/image15.png"/><Relationship Id="rId7" Type="http://schemas.openxmlformats.org/officeDocument/2006/relationships/image" Target="../media/image16.png"/></Relationships>
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
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Relationship Id="rId4" Type="http://schemas.openxmlformats.org/officeDocument/2006/relationships/image" Target="../media/image19.png"/><Relationship Id="rId5" Type="http://schemas.openxmlformats.org/officeDocument/2006/relationships/image" Target="../media/image20.png"/><Relationship Id="rId6" Type="http://schemas.openxmlformats.org/officeDocument/2006/relationships/image" Target="../media/image21.png"/><Relationship Id="rId7" Type="http://schemas.openxmlformats.org/officeDocument/2006/relationships/image" Target="../media/image22.png"/></Relationships>
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3.png"/><Relationship Id="rId3" Type="http://schemas.openxmlformats.org/officeDocument/2006/relationships/image" Target="../media/image24.png"/><Relationship Id="rId4" Type="http://schemas.openxmlformats.org/officeDocument/2006/relationships/image" Target="../media/image25.png"/></Relationships>
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6.png"/><Relationship Id="rId3" Type="http://schemas.openxmlformats.org/officeDocument/2006/relationships/image" Target="../media/image27.png"/><Relationship Id="rId4" Type="http://schemas.openxmlformats.org/officeDocument/2006/relationships/image" Target="../media/image28.png"/><Relationship Id="rId5" Type="http://schemas.openxmlformats.org/officeDocument/2006/relationships/image" Target="../media/image29.png"/></Relationships>
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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9526"/>
            <a:ext cx="4286250" cy="6429373"/>
          </a:xfrm>
          <a:prstGeom prst="rect">
            <a:avLst/>
          </a:prstGeom>
        </p:spPr>
      </p:pic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xfrm>
            <a:off x="4893716" y="2514371"/>
            <a:ext cx="5534025" cy="490855"/>
          </a:xfrm>
          <a:prstGeom prst="rect"/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 sz="3050" spc="-150"/>
              <a:t>Elasticsearch</a:t>
            </a:r>
            <a:r>
              <a:rPr dirty="0" sz="3050" spc="-95"/>
              <a:t> </a:t>
            </a:r>
            <a:r>
              <a:rPr dirty="0" sz="3050" spc="-135"/>
              <a:t>DC</a:t>
            </a:r>
            <a:r>
              <a:rPr dirty="0" sz="3050" spc="-80"/>
              <a:t> </a:t>
            </a:r>
            <a:r>
              <a:rPr dirty="0" sz="3050" spc="-190"/>
              <a:t>Exit</a:t>
            </a:r>
            <a:r>
              <a:rPr dirty="0" sz="3050" spc="-85"/>
              <a:t> </a:t>
            </a:r>
            <a:r>
              <a:rPr dirty="0" sz="3050" spc="-110"/>
              <a:t>Migration</a:t>
            </a:r>
            <a:endParaRPr sz="3050"/>
          </a:p>
        </p:txBody>
      </p:sp>
      <p:sp>
        <p:nvSpPr>
          <p:cNvPr id="4" name="object 4"/>
          <p:cNvSpPr txBox="1"/>
          <p:nvPr/>
        </p:nvSpPr>
        <p:spPr>
          <a:xfrm>
            <a:off x="4893716" y="3251809"/>
            <a:ext cx="5226685" cy="621030"/>
          </a:xfrm>
          <a:prstGeom prst="rect">
            <a:avLst/>
          </a:prstGeom>
        </p:spPr>
        <p:txBody>
          <a:bodyPr wrap="square" lIns="0" tIns="1524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dirty="0" sz="1200">
                <a:solidFill>
                  <a:srgbClr val="374552"/>
                </a:solidFill>
                <a:latin typeface="Trebuchet MS"/>
                <a:cs typeface="Trebuchet MS"/>
              </a:rPr>
              <a:t>Seamlessly</a:t>
            </a:r>
            <a:r>
              <a:rPr dirty="0" sz="1200" spc="20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1200">
                <a:solidFill>
                  <a:srgbClr val="374552"/>
                </a:solidFill>
                <a:latin typeface="Trebuchet MS"/>
                <a:cs typeface="Trebuchet MS"/>
              </a:rPr>
              <a:t>transitioning</a:t>
            </a:r>
            <a:r>
              <a:rPr dirty="0" sz="1200" spc="25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1200" spc="-20">
                <a:solidFill>
                  <a:srgbClr val="374552"/>
                </a:solidFill>
                <a:latin typeface="Trebuchet MS"/>
                <a:cs typeface="Trebuchet MS"/>
              </a:rPr>
              <a:t>to</a:t>
            </a:r>
            <a:r>
              <a:rPr dirty="0" sz="1200" spc="25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1200">
                <a:solidFill>
                  <a:srgbClr val="374552"/>
                </a:solidFill>
                <a:latin typeface="Trebuchet MS"/>
                <a:cs typeface="Trebuchet MS"/>
              </a:rPr>
              <a:t>a</a:t>
            </a:r>
            <a:r>
              <a:rPr dirty="0" sz="1200" spc="20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1200" spc="-35">
                <a:solidFill>
                  <a:srgbClr val="374552"/>
                </a:solidFill>
                <a:latin typeface="Trebuchet MS"/>
                <a:cs typeface="Trebuchet MS"/>
              </a:rPr>
              <a:t>resilient,</a:t>
            </a:r>
            <a:r>
              <a:rPr dirty="0" sz="1200" spc="25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1200" spc="-45">
                <a:solidFill>
                  <a:srgbClr val="374552"/>
                </a:solidFill>
                <a:latin typeface="Trebuchet MS"/>
                <a:cs typeface="Trebuchet MS"/>
              </a:rPr>
              <a:t>multi-</a:t>
            </a:r>
            <a:r>
              <a:rPr dirty="0" sz="1200">
                <a:solidFill>
                  <a:srgbClr val="374552"/>
                </a:solidFill>
                <a:latin typeface="Trebuchet MS"/>
                <a:cs typeface="Trebuchet MS"/>
              </a:rPr>
              <a:t>region</a:t>
            </a:r>
            <a:r>
              <a:rPr dirty="0" sz="1200" spc="25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1200" spc="-10">
                <a:solidFill>
                  <a:srgbClr val="374552"/>
                </a:solidFill>
                <a:latin typeface="Trebuchet MS"/>
                <a:cs typeface="Trebuchet MS"/>
              </a:rPr>
              <a:t>architecture.</a:t>
            </a:r>
            <a:endParaRPr sz="1200">
              <a:latin typeface="Trebuchet MS"/>
              <a:cs typeface="Trebuchet MS"/>
            </a:endParaRPr>
          </a:p>
          <a:p>
            <a:pPr>
              <a:lnSpc>
                <a:spcPct val="100000"/>
              </a:lnSpc>
              <a:spcBef>
                <a:spcPts val="390"/>
              </a:spcBef>
            </a:pPr>
            <a:endParaRPr sz="1200">
              <a:latin typeface="Trebuchet MS"/>
              <a:cs typeface="Trebuchet MS"/>
            </a:endParaRPr>
          </a:p>
          <a:p>
            <a:pPr marL="12700">
              <a:lnSpc>
                <a:spcPct val="100000"/>
              </a:lnSpc>
            </a:pPr>
            <a:r>
              <a:rPr dirty="0" sz="1200">
                <a:solidFill>
                  <a:srgbClr val="374552"/>
                </a:solidFill>
                <a:latin typeface="Trebuchet MS"/>
                <a:cs typeface="Trebuchet MS"/>
              </a:rPr>
              <a:t>Presented</a:t>
            </a:r>
            <a:r>
              <a:rPr dirty="0" sz="1200" spc="35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1200" spc="-25">
                <a:solidFill>
                  <a:srgbClr val="374552"/>
                </a:solidFill>
                <a:latin typeface="Trebuchet MS"/>
                <a:cs typeface="Trebuchet MS"/>
              </a:rPr>
              <a:t>to</a:t>
            </a:r>
            <a:r>
              <a:rPr dirty="0" sz="1200" spc="5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1200">
                <a:solidFill>
                  <a:srgbClr val="374552"/>
                </a:solidFill>
                <a:latin typeface="Trebuchet MS"/>
                <a:cs typeface="Trebuchet MS"/>
              </a:rPr>
              <a:t>Technical</a:t>
            </a:r>
            <a:r>
              <a:rPr dirty="0" sz="1200" spc="35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1200">
                <a:solidFill>
                  <a:srgbClr val="374552"/>
                </a:solidFill>
                <a:latin typeface="Trebuchet MS"/>
                <a:cs typeface="Trebuchet MS"/>
              </a:rPr>
              <a:t>Program</a:t>
            </a:r>
            <a:r>
              <a:rPr dirty="0" sz="1200" spc="40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1200">
                <a:solidFill>
                  <a:srgbClr val="374552"/>
                </a:solidFill>
                <a:latin typeface="Trebuchet MS"/>
                <a:cs typeface="Trebuchet MS"/>
              </a:rPr>
              <a:t>Managers,</a:t>
            </a:r>
            <a:r>
              <a:rPr dirty="0" sz="1200" spc="35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1200">
                <a:solidFill>
                  <a:srgbClr val="374552"/>
                </a:solidFill>
                <a:latin typeface="Trebuchet MS"/>
                <a:cs typeface="Trebuchet MS"/>
              </a:rPr>
              <a:t>SREs,</a:t>
            </a:r>
            <a:r>
              <a:rPr dirty="0" sz="1200" spc="40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1200">
                <a:solidFill>
                  <a:srgbClr val="374552"/>
                </a:solidFill>
                <a:latin typeface="Trebuchet MS"/>
                <a:cs typeface="Trebuchet MS"/>
              </a:rPr>
              <a:t>and</a:t>
            </a:r>
            <a:r>
              <a:rPr dirty="0" sz="1200" spc="35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1200">
                <a:solidFill>
                  <a:srgbClr val="374552"/>
                </a:solidFill>
                <a:latin typeface="Trebuchet MS"/>
                <a:cs typeface="Trebuchet MS"/>
              </a:rPr>
              <a:t>Enterprise</a:t>
            </a:r>
            <a:r>
              <a:rPr dirty="0" sz="1200" spc="40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1200" spc="-10">
                <a:solidFill>
                  <a:srgbClr val="374552"/>
                </a:solidFill>
                <a:latin typeface="Trebuchet MS"/>
                <a:cs typeface="Trebuchet MS"/>
              </a:rPr>
              <a:t>Architects.</a:t>
            </a:r>
            <a:endParaRPr sz="1200">
              <a:latin typeface="Trebuchet MS"/>
              <a:cs typeface="Trebuchet M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9524"/>
            <a:ext cx="11430000" cy="6429375"/>
          </a:xfrm>
          <a:custGeom>
            <a:avLst/>
            <a:gdLst/>
            <a:ahLst/>
            <a:cxnLst/>
            <a:rect l="l" t="t" r="r" b="b"/>
            <a:pathLst>
              <a:path w="11430000" h="6429375">
                <a:moveTo>
                  <a:pt x="11430000" y="6429375"/>
                </a:moveTo>
                <a:lnTo>
                  <a:pt x="0" y="6429375"/>
                </a:lnTo>
                <a:lnTo>
                  <a:pt x="0" y="0"/>
                </a:lnTo>
                <a:lnTo>
                  <a:pt x="11430000" y="0"/>
                </a:lnTo>
                <a:lnTo>
                  <a:pt x="11430000" y="6429375"/>
                </a:lnTo>
                <a:close/>
              </a:path>
            </a:pathLst>
          </a:custGeom>
          <a:solidFill>
            <a:srgbClr val="F9F9F5"/>
          </a:solidFill>
        </p:spPr>
        <p:txBody>
          <a:bodyPr wrap="square" lIns="0" tIns="0" rIns="0" bIns="0" rtlCol="0"/>
          <a:lstStyle/>
          <a:p/>
        </p:txBody>
      </p:sp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xfrm>
            <a:off x="607466" y="1354516"/>
            <a:ext cx="9328150" cy="812165"/>
          </a:xfrm>
          <a:prstGeom prst="rect"/>
        </p:spPr>
        <p:txBody>
          <a:bodyPr wrap="square" lIns="0" tIns="45719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359"/>
              </a:spcBef>
            </a:pPr>
            <a:r>
              <a:rPr dirty="0" spc="-65"/>
              <a:t>Project </a:t>
            </a:r>
            <a:r>
              <a:rPr dirty="0" spc="-10"/>
              <a:t>Overview</a:t>
            </a:r>
          </a:p>
          <a:p>
            <a:pPr marL="12700">
              <a:lnSpc>
                <a:spcPct val="100000"/>
              </a:lnSpc>
              <a:spcBef>
                <a:spcPts val="475"/>
              </a:spcBef>
            </a:pPr>
            <a:r>
              <a:rPr dirty="0" sz="3050" spc="-145"/>
              <a:t>Addressing</a:t>
            </a:r>
            <a:r>
              <a:rPr dirty="0" sz="3050" spc="-100"/>
              <a:t> </a:t>
            </a:r>
            <a:r>
              <a:rPr dirty="0" sz="3050" spc="-125"/>
              <a:t>Critical</a:t>
            </a:r>
            <a:r>
              <a:rPr dirty="0" sz="3050" spc="-90"/>
              <a:t> </a:t>
            </a:r>
            <a:r>
              <a:rPr dirty="0" sz="3050" spc="-195"/>
              <a:t>Business</a:t>
            </a:r>
            <a:r>
              <a:rPr dirty="0" sz="3050" spc="-90"/>
              <a:t> </a:t>
            </a:r>
            <a:r>
              <a:rPr dirty="0" sz="3050" spc="-135"/>
              <a:t>and</a:t>
            </a:r>
            <a:r>
              <a:rPr dirty="0" sz="3050" spc="-85"/>
              <a:t> </a:t>
            </a:r>
            <a:r>
              <a:rPr dirty="0" sz="3050" spc="-170"/>
              <a:t>Technical</a:t>
            </a:r>
            <a:r>
              <a:rPr dirty="0" sz="3050" spc="-90"/>
              <a:t> </a:t>
            </a:r>
            <a:r>
              <a:rPr dirty="0" sz="3050" spc="-105"/>
              <a:t>Demands</a:t>
            </a:r>
            <a:endParaRPr sz="3050"/>
          </a:p>
        </p:txBody>
      </p:sp>
      <p:sp>
        <p:nvSpPr>
          <p:cNvPr id="4" name="object 4"/>
          <p:cNvSpPr txBox="1"/>
          <p:nvPr/>
        </p:nvSpPr>
        <p:spPr>
          <a:xfrm>
            <a:off x="607466" y="2370969"/>
            <a:ext cx="10058400" cy="720725"/>
          </a:xfrm>
          <a:prstGeom prst="rect">
            <a:avLst/>
          </a:prstGeom>
        </p:spPr>
        <p:txBody>
          <a:bodyPr wrap="square" lIns="0" tIns="6985" rIns="0" bIns="0" rtlCol="0" vert="horz">
            <a:spAutoFit/>
          </a:bodyPr>
          <a:lstStyle/>
          <a:p>
            <a:pPr marL="12700" marR="5080">
              <a:lnSpc>
                <a:spcPct val="127600"/>
              </a:lnSpc>
              <a:spcBef>
                <a:spcPts val="55"/>
              </a:spcBef>
            </a:pPr>
            <a:r>
              <a:rPr dirty="0" sz="1200">
                <a:solidFill>
                  <a:srgbClr val="384653"/>
                </a:solidFill>
                <a:latin typeface="Trebuchet MS"/>
                <a:cs typeface="Trebuchet MS"/>
              </a:rPr>
              <a:t>The</a:t>
            </a:r>
            <a:r>
              <a:rPr dirty="0" sz="1200" spc="5">
                <a:solidFill>
                  <a:srgbClr val="384653"/>
                </a:solidFill>
                <a:latin typeface="Trebuchet MS"/>
                <a:cs typeface="Trebuchet MS"/>
              </a:rPr>
              <a:t> </a:t>
            </a:r>
            <a:r>
              <a:rPr dirty="0" sz="1200" spc="-20">
                <a:solidFill>
                  <a:srgbClr val="384653"/>
                </a:solidFill>
                <a:latin typeface="Trebuchet MS"/>
                <a:cs typeface="Trebuchet MS"/>
              </a:rPr>
              <a:t>current</a:t>
            </a:r>
            <a:r>
              <a:rPr dirty="0" sz="1200" spc="5">
                <a:solidFill>
                  <a:srgbClr val="384653"/>
                </a:solidFill>
                <a:latin typeface="Trebuchet MS"/>
                <a:cs typeface="Trebuchet MS"/>
              </a:rPr>
              <a:t> </a:t>
            </a:r>
            <a:r>
              <a:rPr dirty="0" sz="1200">
                <a:solidFill>
                  <a:srgbClr val="384653"/>
                </a:solidFill>
                <a:latin typeface="Trebuchet MS"/>
                <a:cs typeface="Trebuchet MS"/>
              </a:rPr>
              <a:t>Elasticsearch</a:t>
            </a:r>
            <a:r>
              <a:rPr dirty="0" sz="1200" spc="10">
                <a:solidFill>
                  <a:srgbClr val="384653"/>
                </a:solidFill>
                <a:latin typeface="Trebuchet MS"/>
                <a:cs typeface="Trebuchet MS"/>
              </a:rPr>
              <a:t> </a:t>
            </a:r>
            <a:r>
              <a:rPr dirty="0" sz="1200">
                <a:solidFill>
                  <a:srgbClr val="384653"/>
                </a:solidFill>
                <a:latin typeface="Trebuchet MS"/>
                <a:cs typeface="Trebuchet MS"/>
              </a:rPr>
              <a:t>deployment</a:t>
            </a:r>
            <a:r>
              <a:rPr dirty="0" sz="1200" spc="5">
                <a:solidFill>
                  <a:srgbClr val="384653"/>
                </a:solidFill>
                <a:latin typeface="Trebuchet MS"/>
                <a:cs typeface="Trebuchet MS"/>
              </a:rPr>
              <a:t> </a:t>
            </a:r>
            <a:r>
              <a:rPr dirty="0" sz="1200" spc="-10">
                <a:solidFill>
                  <a:srgbClr val="384653"/>
                </a:solidFill>
                <a:latin typeface="Trebuchet MS"/>
                <a:cs typeface="Trebuchet MS"/>
              </a:rPr>
              <a:t>for</a:t>
            </a:r>
            <a:r>
              <a:rPr dirty="0" sz="1200" spc="5">
                <a:solidFill>
                  <a:srgbClr val="384653"/>
                </a:solidFill>
                <a:latin typeface="Trebuchet MS"/>
                <a:cs typeface="Trebuchet MS"/>
              </a:rPr>
              <a:t> </a:t>
            </a:r>
            <a:r>
              <a:rPr dirty="0" sz="1200" spc="-30">
                <a:solidFill>
                  <a:srgbClr val="384653"/>
                </a:solidFill>
                <a:latin typeface="Trebuchet MS"/>
                <a:cs typeface="Trebuchet MS"/>
              </a:rPr>
              <a:t>the</a:t>
            </a:r>
            <a:r>
              <a:rPr dirty="0" sz="1200" spc="10">
                <a:solidFill>
                  <a:srgbClr val="384653"/>
                </a:solidFill>
                <a:latin typeface="Trebuchet MS"/>
                <a:cs typeface="Trebuchet MS"/>
              </a:rPr>
              <a:t> </a:t>
            </a:r>
            <a:r>
              <a:rPr dirty="0" sz="1200">
                <a:solidFill>
                  <a:srgbClr val="384653"/>
                </a:solidFill>
                <a:latin typeface="Trebuchet MS"/>
                <a:cs typeface="Trebuchet MS"/>
              </a:rPr>
              <a:t>GRDA</a:t>
            </a:r>
            <a:r>
              <a:rPr dirty="0" sz="1200" spc="5">
                <a:solidFill>
                  <a:srgbClr val="384653"/>
                </a:solidFill>
                <a:latin typeface="Trebuchet MS"/>
                <a:cs typeface="Trebuchet MS"/>
              </a:rPr>
              <a:t> </a:t>
            </a:r>
            <a:r>
              <a:rPr dirty="0" sz="1200">
                <a:solidFill>
                  <a:srgbClr val="384653"/>
                </a:solidFill>
                <a:latin typeface="Trebuchet MS"/>
                <a:cs typeface="Trebuchet MS"/>
              </a:rPr>
              <a:t>application</a:t>
            </a:r>
            <a:r>
              <a:rPr dirty="0" sz="1200" spc="5">
                <a:solidFill>
                  <a:srgbClr val="384653"/>
                </a:solidFill>
                <a:latin typeface="Trebuchet MS"/>
                <a:cs typeface="Trebuchet MS"/>
              </a:rPr>
              <a:t> </a:t>
            </a:r>
            <a:r>
              <a:rPr dirty="0" sz="1200" spc="-10">
                <a:solidFill>
                  <a:srgbClr val="384653"/>
                </a:solidFill>
                <a:latin typeface="Trebuchet MS"/>
                <a:cs typeface="Trebuchet MS"/>
              </a:rPr>
              <a:t>relies</a:t>
            </a:r>
            <a:r>
              <a:rPr dirty="0" sz="1200" spc="10">
                <a:solidFill>
                  <a:srgbClr val="384653"/>
                </a:solidFill>
                <a:latin typeface="Trebuchet MS"/>
                <a:cs typeface="Trebuchet MS"/>
              </a:rPr>
              <a:t> </a:t>
            </a:r>
            <a:r>
              <a:rPr dirty="0" sz="1200">
                <a:solidFill>
                  <a:srgbClr val="384653"/>
                </a:solidFill>
                <a:latin typeface="Trebuchet MS"/>
                <a:cs typeface="Trebuchet MS"/>
              </a:rPr>
              <a:t>on</a:t>
            </a:r>
            <a:r>
              <a:rPr dirty="0" sz="1200" spc="5">
                <a:solidFill>
                  <a:srgbClr val="384653"/>
                </a:solidFill>
                <a:latin typeface="Trebuchet MS"/>
                <a:cs typeface="Trebuchet MS"/>
              </a:rPr>
              <a:t> </a:t>
            </a:r>
            <a:r>
              <a:rPr dirty="0" sz="1200">
                <a:solidFill>
                  <a:srgbClr val="384653"/>
                </a:solidFill>
                <a:latin typeface="Trebuchet MS"/>
                <a:cs typeface="Trebuchet MS"/>
              </a:rPr>
              <a:t>a</a:t>
            </a:r>
            <a:r>
              <a:rPr dirty="0" sz="1200" spc="5">
                <a:solidFill>
                  <a:srgbClr val="384653"/>
                </a:solidFill>
                <a:latin typeface="Trebuchet MS"/>
                <a:cs typeface="Trebuchet MS"/>
              </a:rPr>
              <a:t> </a:t>
            </a:r>
            <a:r>
              <a:rPr dirty="0" sz="1200" spc="-20" b="1">
                <a:solidFill>
                  <a:srgbClr val="384653"/>
                </a:solidFill>
                <a:latin typeface="Trebuchet MS"/>
                <a:cs typeface="Trebuchet MS"/>
              </a:rPr>
              <a:t>two-</a:t>
            </a:r>
            <a:r>
              <a:rPr dirty="0" sz="1200" spc="-30" b="1">
                <a:solidFill>
                  <a:srgbClr val="384653"/>
                </a:solidFill>
                <a:latin typeface="Trebuchet MS"/>
                <a:cs typeface="Trebuchet MS"/>
              </a:rPr>
              <a:t>datacenter</a:t>
            </a:r>
            <a:r>
              <a:rPr dirty="0" sz="1200" spc="10" b="1">
                <a:solidFill>
                  <a:srgbClr val="384653"/>
                </a:solidFill>
                <a:latin typeface="Trebuchet MS"/>
                <a:cs typeface="Trebuchet MS"/>
              </a:rPr>
              <a:t> </a:t>
            </a:r>
            <a:r>
              <a:rPr dirty="0" sz="1200" b="1">
                <a:solidFill>
                  <a:srgbClr val="384653"/>
                </a:solidFill>
                <a:latin typeface="Trebuchet MS"/>
                <a:cs typeface="Trebuchet MS"/>
              </a:rPr>
              <a:t>(DC)</a:t>
            </a:r>
            <a:r>
              <a:rPr dirty="0" sz="1200" spc="5" b="1">
                <a:solidFill>
                  <a:srgbClr val="384653"/>
                </a:solidFill>
                <a:latin typeface="Trebuchet MS"/>
                <a:cs typeface="Trebuchet MS"/>
              </a:rPr>
              <a:t> </a:t>
            </a:r>
            <a:r>
              <a:rPr dirty="0" sz="1200" spc="-35" b="1">
                <a:solidFill>
                  <a:srgbClr val="384653"/>
                </a:solidFill>
                <a:latin typeface="Trebuchet MS"/>
                <a:cs typeface="Trebuchet MS"/>
              </a:rPr>
              <a:t>model,</a:t>
            </a:r>
            <a:r>
              <a:rPr dirty="0" sz="1200" spc="-5" b="1">
                <a:solidFill>
                  <a:srgbClr val="384653"/>
                </a:solidFill>
                <a:latin typeface="Trebuchet MS"/>
                <a:cs typeface="Trebuchet MS"/>
              </a:rPr>
              <a:t> </a:t>
            </a:r>
            <a:r>
              <a:rPr dirty="0" sz="1200">
                <a:solidFill>
                  <a:srgbClr val="384653"/>
                </a:solidFill>
                <a:latin typeface="Trebuchet MS"/>
                <a:cs typeface="Trebuchet MS"/>
              </a:rPr>
              <a:t>posing</a:t>
            </a:r>
            <a:r>
              <a:rPr dirty="0" sz="1200" spc="5">
                <a:solidFill>
                  <a:srgbClr val="384653"/>
                </a:solidFill>
                <a:latin typeface="Trebuchet MS"/>
                <a:cs typeface="Trebuchet MS"/>
              </a:rPr>
              <a:t> </a:t>
            </a:r>
            <a:r>
              <a:rPr dirty="0" sz="1200" spc="-10">
                <a:solidFill>
                  <a:srgbClr val="384653"/>
                </a:solidFill>
                <a:latin typeface="Trebuchet MS"/>
                <a:cs typeface="Trebuchet MS"/>
              </a:rPr>
              <a:t>limitations</a:t>
            </a:r>
            <a:r>
              <a:rPr dirty="0" sz="1200" spc="10">
                <a:solidFill>
                  <a:srgbClr val="384653"/>
                </a:solidFill>
                <a:latin typeface="Trebuchet MS"/>
                <a:cs typeface="Trebuchet MS"/>
              </a:rPr>
              <a:t> </a:t>
            </a:r>
            <a:r>
              <a:rPr dirty="0" sz="1200" spc="-10">
                <a:solidFill>
                  <a:srgbClr val="384653"/>
                </a:solidFill>
                <a:latin typeface="Trebuchet MS"/>
                <a:cs typeface="Trebuchet MS"/>
              </a:rPr>
              <a:t>for</a:t>
            </a:r>
            <a:r>
              <a:rPr dirty="0" sz="1200" spc="5">
                <a:solidFill>
                  <a:srgbClr val="384653"/>
                </a:solidFill>
                <a:latin typeface="Trebuchet MS"/>
                <a:cs typeface="Trebuchet MS"/>
              </a:rPr>
              <a:t> </a:t>
            </a:r>
            <a:r>
              <a:rPr dirty="0" sz="1200">
                <a:solidFill>
                  <a:srgbClr val="384653"/>
                </a:solidFill>
                <a:latin typeface="Trebuchet MS"/>
                <a:cs typeface="Trebuchet MS"/>
              </a:rPr>
              <a:t>enhanced</a:t>
            </a:r>
            <a:r>
              <a:rPr dirty="0" sz="1200" spc="10">
                <a:solidFill>
                  <a:srgbClr val="384653"/>
                </a:solidFill>
                <a:latin typeface="Trebuchet MS"/>
                <a:cs typeface="Trebuchet MS"/>
              </a:rPr>
              <a:t> </a:t>
            </a:r>
            <a:r>
              <a:rPr dirty="0" sz="1200" spc="-10">
                <a:solidFill>
                  <a:srgbClr val="384653"/>
                </a:solidFill>
                <a:latin typeface="Trebuchet MS"/>
                <a:cs typeface="Trebuchet MS"/>
              </a:rPr>
              <a:t>resilience </a:t>
            </a:r>
            <a:r>
              <a:rPr dirty="0" sz="1200">
                <a:solidFill>
                  <a:srgbClr val="384653"/>
                </a:solidFill>
                <a:latin typeface="Trebuchet MS"/>
                <a:cs typeface="Trebuchet MS"/>
              </a:rPr>
              <a:t>and</a:t>
            </a:r>
            <a:r>
              <a:rPr dirty="0" sz="1200" spc="-15">
                <a:solidFill>
                  <a:srgbClr val="384653"/>
                </a:solidFill>
                <a:latin typeface="Trebuchet MS"/>
                <a:cs typeface="Trebuchet MS"/>
              </a:rPr>
              <a:t> </a:t>
            </a:r>
            <a:r>
              <a:rPr dirty="0" sz="1200">
                <a:solidFill>
                  <a:srgbClr val="384653"/>
                </a:solidFill>
                <a:latin typeface="Trebuchet MS"/>
                <a:cs typeface="Trebuchet MS"/>
              </a:rPr>
              <a:t>regional</a:t>
            </a:r>
            <a:r>
              <a:rPr dirty="0" sz="1200" spc="-15">
                <a:solidFill>
                  <a:srgbClr val="384653"/>
                </a:solidFill>
                <a:latin typeface="Trebuchet MS"/>
                <a:cs typeface="Trebuchet MS"/>
              </a:rPr>
              <a:t> </a:t>
            </a:r>
            <a:r>
              <a:rPr dirty="0" sz="1200" spc="-10">
                <a:solidFill>
                  <a:srgbClr val="384653"/>
                </a:solidFill>
                <a:latin typeface="Trebuchet MS"/>
                <a:cs typeface="Trebuchet MS"/>
              </a:rPr>
              <a:t>presence.</a:t>
            </a:r>
            <a:r>
              <a:rPr dirty="0" sz="1200" spc="-40">
                <a:solidFill>
                  <a:srgbClr val="384653"/>
                </a:solidFill>
                <a:latin typeface="Trebuchet MS"/>
                <a:cs typeface="Trebuchet MS"/>
              </a:rPr>
              <a:t> </a:t>
            </a:r>
            <a:r>
              <a:rPr dirty="0" sz="1200">
                <a:solidFill>
                  <a:srgbClr val="384653"/>
                </a:solidFill>
                <a:latin typeface="Trebuchet MS"/>
                <a:cs typeface="Trebuchet MS"/>
              </a:rPr>
              <a:t>This</a:t>
            </a:r>
            <a:r>
              <a:rPr dirty="0" sz="1200" spc="-15">
                <a:solidFill>
                  <a:srgbClr val="384653"/>
                </a:solidFill>
                <a:latin typeface="Trebuchet MS"/>
                <a:cs typeface="Trebuchet MS"/>
              </a:rPr>
              <a:t> </a:t>
            </a:r>
            <a:r>
              <a:rPr dirty="0" sz="1200">
                <a:solidFill>
                  <a:srgbClr val="384653"/>
                </a:solidFill>
                <a:latin typeface="Trebuchet MS"/>
                <a:cs typeface="Trebuchet MS"/>
              </a:rPr>
              <a:t>migration</a:t>
            </a:r>
            <a:r>
              <a:rPr dirty="0" sz="1200" spc="-15">
                <a:solidFill>
                  <a:srgbClr val="384653"/>
                </a:solidFill>
                <a:latin typeface="Trebuchet MS"/>
                <a:cs typeface="Trebuchet MS"/>
              </a:rPr>
              <a:t> </a:t>
            </a:r>
            <a:r>
              <a:rPr dirty="0" sz="1200" spc="-30">
                <a:solidFill>
                  <a:srgbClr val="384653"/>
                </a:solidFill>
                <a:latin typeface="Trebuchet MS"/>
                <a:cs typeface="Trebuchet MS"/>
              </a:rPr>
              <a:t>initiative</a:t>
            </a:r>
            <a:r>
              <a:rPr dirty="0" sz="1200" spc="-15">
                <a:solidFill>
                  <a:srgbClr val="384653"/>
                </a:solidFill>
                <a:latin typeface="Trebuchet MS"/>
                <a:cs typeface="Trebuchet MS"/>
              </a:rPr>
              <a:t> </a:t>
            </a:r>
            <a:r>
              <a:rPr dirty="0" sz="1200">
                <a:solidFill>
                  <a:srgbClr val="384653"/>
                </a:solidFill>
                <a:latin typeface="Trebuchet MS"/>
                <a:cs typeface="Trebuchet MS"/>
              </a:rPr>
              <a:t>is</a:t>
            </a:r>
            <a:r>
              <a:rPr dirty="0" sz="1200" spc="-10">
                <a:solidFill>
                  <a:srgbClr val="384653"/>
                </a:solidFill>
                <a:latin typeface="Trebuchet MS"/>
                <a:cs typeface="Trebuchet MS"/>
              </a:rPr>
              <a:t> driven</a:t>
            </a:r>
            <a:r>
              <a:rPr dirty="0" sz="1200" spc="-15">
                <a:solidFill>
                  <a:srgbClr val="384653"/>
                </a:solidFill>
                <a:latin typeface="Trebuchet MS"/>
                <a:cs typeface="Trebuchet MS"/>
              </a:rPr>
              <a:t> </a:t>
            </a:r>
            <a:r>
              <a:rPr dirty="0" sz="1200">
                <a:solidFill>
                  <a:srgbClr val="384653"/>
                </a:solidFill>
                <a:latin typeface="Trebuchet MS"/>
                <a:cs typeface="Trebuchet MS"/>
              </a:rPr>
              <a:t>by</a:t>
            </a:r>
            <a:r>
              <a:rPr dirty="0" sz="1200" spc="-15">
                <a:solidFill>
                  <a:srgbClr val="384653"/>
                </a:solidFill>
                <a:latin typeface="Trebuchet MS"/>
                <a:cs typeface="Trebuchet MS"/>
              </a:rPr>
              <a:t> </a:t>
            </a:r>
            <a:r>
              <a:rPr dirty="0" sz="1200">
                <a:solidFill>
                  <a:srgbClr val="384653"/>
                </a:solidFill>
                <a:latin typeface="Trebuchet MS"/>
                <a:cs typeface="Trebuchet MS"/>
              </a:rPr>
              <a:t>an</a:t>
            </a:r>
            <a:r>
              <a:rPr dirty="0" sz="1200" spc="-15">
                <a:solidFill>
                  <a:srgbClr val="384653"/>
                </a:solidFill>
                <a:latin typeface="Trebuchet MS"/>
                <a:cs typeface="Trebuchet MS"/>
              </a:rPr>
              <a:t> </a:t>
            </a:r>
            <a:r>
              <a:rPr dirty="0" sz="1200" spc="-10">
                <a:solidFill>
                  <a:srgbClr val="384653"/>
                </a:solidFill>
                <a:latin typeface="Trebuchet MS"/>
                <a:cs typeface="Trebuchet MS"/>
              </a:rPr>
              <a:t>enterprise </a:t>
            </a:r>
            <a:r>
              <a:rPr dirty="0" sz="1200">
                <a:solidFill>
                  <a:srgbClr val="384653"/>
                </a:solidFill>
                <a:latin typeface="Trebuchet MS"/>
                <a:cs typeface="Trebuchet MS"/>
              </a:rPr>
              <a:t>mandate</a:t>
            </a:r>
            <a:r>
              <a:rPr dirty="0" sz="1200" spc="-15">
                <a:solidFill>
                  <a:srgbClr val="384653"/>
                </a:solidFill>
                <a:latin typeface="Trebuchet MS"/>
                <a:cs typeface="Trebuchet MS"/>
              </a:rPr>
              <a:t> </a:t>
            </a:r>
            <a:r>
              <a:rPr dirty="0" sz="1200" spc="-20">
                <a:solidFill>
                  <a:srgbClr val="384653"/>
                </a:solidFill>
                <a:latin typeface="Trebuchet MS"/>
                <a:cs typeface="Trebuchet MS"/>
              </a:rPr>
              <a:t>to</a:t>
            </a:r>
            <a:r>
              <a:rPr dirty="0" sz="1200" spc="-15">
                <a:solidFill>
                  <a:srgbClr val="384653"/>
                </a:solidFill>
                <a:latin typeface="Trebuchet MS"/>
                <a:cs typeface="Trebuchet MS"/>
              </a:rPr>
              <a:t> </a:t>
            </a:r>
            <a:r>
              <a:rPr dirty="0" sz="1200">
                <a:solidFill>
                  <a:srgbClr val="384653"/>
                </a:solidFill>
                <a:latin typeface="Trebuchet MS"/>
                <a:cs typeface="Trebuchet MS"/>
              </a:rPr>
              <a:t>deploy</a:t>
            </a:r>
            <a:r>
              <a:rPr dirty="0" sz="1200" spc="-15">
                <a:solidFill>
                  <a:srgbClr val="384653"/>
                </a:solidFill>
                <a:latin typeface="Trebuchet MS"/>
                <a:cs typeface="Trebuchet MS"/>
              </a:rPr>
              <a:t> </a:t>
            </a:r>
            <a:r>
              <a:rPr dirty="0" sz="1200">
                <a:solidFill>
                  <a:srgbClr val="384653"/>
                </a:solidFill>
                <a:latin typeface="Trebuchet MS"/>
                <a:cs typeface="Trebuchet MS"/>
              </a:rPr>
              <a:t>applications</a:t>
            </a:r>
            <a:r>
              <a:rPr dirty="0" sz="1200" spc="-10">
                <a:solidFill>
                  <a:srgbClr val="384653"/>
                </a:solidFill>
                <a:latin typeface="Trebuchet MS"/>
                <a:cs typeface="Trebuchet MS"/>
              </a:rPr>
              <a:t> </a:t>
            </a:r>
            <a:r>
              <a:rPr dirty="0" sz="1200" spc="50">
                <a:solidFill>
                  <a:srgbClr val="384653"/>
                </a:solidFill>
                <a:latin typeface="Trebuchet MS"/>
                <a:cs typeface="Trebuchet MS"/>
              </a:rPr>
              <a:t>across</a:t>
            </a:r>
            <a:r>
              <a:rPr dirty="0" sz="1200" spc="-15">
                <a:solidFill>
                  <a:srgbClr val="384653"/>
                </a:solidFill>
                <a:latin typeface="Trebuchet MS"/>
                <a:cs typeface="Trebuchet MS"/>
              </a:rPr>
              <a:t> </a:t>
            </a:r>
            <a:r>
              <a:rPr dirty="0" sz="1200" spc="-25" b="1">
                <a:solidFill>
                  <a:srgbClr val="384653"/>
                </a:solidFill>
                <a:latin typeface="Trebuchet MS"/>
                <a:cs typeface="Trebuchet MS"/>
              </a:rPr>
              <a:t>four</a:t>
            </a:r>
            <a:r>
              <a:rPr dirty="0" sz="1200" spc="-15" b="1">
                <a:solidFill>
                  <a:srgbClr val="384653"/>
                </a:solidFill>
                <a:latin typeface="Trebuchet MS"/>
                <a:cs typeface="Trebuchet MS"/>
              </a:rPr>
              <a:t> </a:t>
            </a:r>
            <a:r>
              <a:rPr dirty="0" sz="1200" spc="-10" b="1">
                <a:solidFill>
                  <a:srgbClr val="384653"/>
                </a:solidFill>
                <a:latin typeface="Trebuchet MS"/>
                <a:cs typeface="Trebuchet MS"/>
              </a:rPr>
              <a:t>data </a:t>
            </a:r>
            <a:r>
              <a:rPr dirty="0" sz="1200" spc="-40" b="1">
                <a:solidFill>
                  <a:srgbClr val="384653"/>
                </a:solidFill>
                <a:latin typeface="Trebuchet MS"/>
                <a:cs typeface="Trebuchet MS"/>
              </a:rPr>
              <a:t>centers</a:t>
            </a:r>
            <a:r>
              <a:rPr dirty="0" sz="1200" spc="-40">
                <a:solidFill>
                  <a:srgbClr val="384653"/>
                </a:solidFill>
                <a:latin typeface="Trebuchet MS"/>
                <a:cs typeface="Trebuchet MS"/>
              </a:rPr>
              <a:t>,</a:t>
            </a:r>
            <a:r>
              <a:rPr dirty="0" sz="1200" spc="-15">
                <a:solidFill>
                  <a:srgbClr val="384653"/>
                </a:solidFill>
                <a:latin typeface="Trebuchet MS"/>
                <a:cs typeface="Trebuchet MS"/>
              </a:rPr>
              <a:t> </a:t>
            </a:r>
            <a:r>
              <a:rPr dirty="0" sz="1200">
                <a:solidFill>
                  <a:srgbClr val="384653"/>
                </a:solidFill>
                <a:latin typeface="Trebuchet MS"/>
                <a:cs typeface="Trebuchet MS"/>
              </a:rPr>
              <a:t>ensuring</a:t>
            </a:r>
            <a:r>
              <a:rPr dirty="0" sz="1200" spc="-15">
                <a:solidFill>
                  <a:srgbClr val="384653"/>
                </a:solidFill>
                <a:latin typeface="Trebuchet MS"/>
                <a:cs typeface="Trebuchet MS"/>
              </a:rPr>
              <a:t> </a:t>
            </a:r>
            <a:r>
              <a:rPr dirty="0" sz="1200" spc="-10" b="1">
                <a:solidFill>
                  <a:srgbClr val="384653"/>
                </a:solidFill>
                <a:latin typeface="Trebuchet MS"/>
                <a:cs typeface="Trebuchet MS"/>
              </a:rPr>
              <a:t>higher </a:t>
            </a:r>
            <a:r>
              <a:rPr dirty="0" sz="1200" spc="-30" b="1">
                <a:solidFill>
                  <a:srgbClr val="384653"/>
                </a:solidFill>
                <a:latin typeface="Trebuchet MS"/>
                <a:cs typeface="Trebuchet MS"/>
              </a:rPr>
              <a:t>availability</a:t>
            </a:r>
            <a:r>
              <a:rPr dirty="0" sz="1200" spc="-25" b="1">
                <a:solidFill>
                  <a:srgbClr val="384653"/>
                </a:solidFill>
                <a:latin typeface="Trebuchet MS"/>
                <a:cs typeface="Trebuchet MS"/>
              </a:rPr>
              <a:t> </a:t>
            </a:r>
            <a:r>
              <a:rPr dirty="0" sz="1200">
                <a:solidFill>
                  <a:srgbClr val="384653"/>
                </a:solidFill>
                <a:latin typeface="Trebuchet MS"/>
                <a:cs typeface="Trebuchet MS"/>
              </a:rPr>
              <a:t>and</a:t>
            </a:r>
            <a:r>
              <a:rPr dirty="0" sz="1200" spc="-20">
                <a:solidFill>
                  <a:srgbClr val="384653"/>
                </a:solidFill>
                <a:latin typeface="Trebuchet MS"/>
                <a:cs typeface="Trebuchet MS"/>
              </a:rPr>
              <a:t> </a:t>
            </a:r>
            <a:r>
              <a:rPr dirty="0" sz="1200" spc="-25" b="1">
                <a:solidFill>
                  <a:srgbClr val="384653"/>
                </a:solidFill>
                <a:latin typeface="Trebuchet MS"/>
                <a:cs typeface="Trebuchet MS"/>
              </a:rPr>
              <a:t>optimized latency</a:t>
            </a:r>
            <a:r>
              <a:rPr dirty="0" sz="1200" spc="-20" b="1">
                <a:solidFill>
                  <a:srgbClr val="384653"/>
                </a:solidFill>
                <a:latin typeface="Trebuchet MS"/>
                <a:cs typeface="Trebuchet MS"/>
              </a:rPr>
              <a:t> </a:t>
            </a:r>
            <a:r>
              <a:rPr dirty="0" sz="1200" spc="-10">
                <a:solidFill>
                  <a:srgbClr val="384653"/>
                </a:solidFill>
                <a:latin typeface="Trebuchet MS"/>
                <a:cs typeface="Trebuchet MS"/>
              </a:rPr>
              <a:t>for</a:t>
            </a:r>
            <a:r>
              <a:rPr dirty="0" sz="1200" spc="-25">
                <a:solidFill>
                  <a:srgbClr val="384653"/>
                </a:solidFill>
                <a:latin typeface="Trebuchet MS"/>
                <a:cs typeface="Trebuchet MS"/>
              </a:rPr>
              <a:t> </a:t>
            </a:r>
            <a:r>
              <a:rPr dirty="0" sz="1200">
                <a:solidFill>
                  <a:srgbClr val="384653"/>
                </a:solidFill>
                <a:latin typeface="Trebuchet MS"/>
                <a:cs typeface="Trebuchet MS"/>
              </a:rPr>
              <a:t>our</a:t>
            </a:r>
            <a:r>
              <a:rPr dirty="0" sz="1200" spc="-20">
                <a:solidFill>
                  <a:srgbClr val="384653"/>
                </a:solidFill>
                <a:latin typeface="Trebuchet MS"/>
                <a:cs typeface="Trebuchet MS"/>
              </a:rPr>
              <a:t> </a:t>
            </a:r>
            <a:r>
              <a:rPr dirty="0" sz="1200" spc="-25">
                <a:solidFill>
                  <a:srgbClr val="384653"/>
                </a:solidFill>
                <a:latin typeface="Trebuchet MS"/>
                <a:cs typeface="Trebuchet MS"/>
              </a:rPr>
              <a:t>critical</a:t>
            </a:r>
            <a:r>
              <a:rPr dirty="0" sz="1200" spc="-20">
                <a:solidFill>
                  <a:srgbClr val="384653"/>
                </a:solidFill>
                <a:latin typeface="Trebuchet MS"/>
                <a:cs typeface="Trebuchet MS"/>
              </a:rPr>
              <a:t> </a:t>
            </a:r>
            <a:r>
              <a:rPr dirty="0" sz="1200" spc="-10">
                <a:solidFill>
                  <a:srgbClr val="384653"/>
                </a:solidFill>
                <a:latin typeface="Trebuchet MS"/>
                <a:cs typeface="Trebuchet MS"/>
              </a:rPr>
              <a:t>data.</a:t>
            </a:r>
            <a:endParaRPr sz="1200">
              <a:latin typeface="Trebuchet MS"/>
              <a:cs typeface="Trebuchet MS"/>
            </a:endParaRPr>
          </a:p>
        </p:txBody>
      </p:sp>
      <p:grpSp>
        <p:nvGrpSpPr>
          <p:cNvPr id="5" name="object 5"/>
          <p:cNvGrpSpPr/>
          <p:nvPr/>
        </p:nvGrpSpPr>
        <p:grpSpPr>
          <a:xfrm>
            <a:off x="619125" y="3295652"/>
            <a:ext cx="3295650" cy="1743075"/>
            <a:chOff x="619125" y="3295652"/>
            <a:chExt cx="3295650" cy="1743075"/>
          </a:xfrm>
        </p:grpSpPr>
        <p:sp>
          <p:nvSpPr>
            <p:cNvPr id="6" name="object 6"/>
            <p:cNvSpPr/>
            <p:nvPr/>
          </p:nvSpPr>
          <p:spPr>
            <a:xfrm>
              <a:off x="623885" y="3300413"/>
              <a:ext cx="3286125" cy="1733550"/>
            </a:xfrm>
            <a:custGeom>
              <a:avLst/>
              <a:gdLst/>
              <a:ahLst/>
              <a:cxnLst/>
              <a:rect l="l" t="t" r="r" b="b"/>
              <a:pathLst>
                <a:path w="3286125" h="1733550">
                  <a:moveTo>
                    <a:pt x="3236619" y="1733550"/>
                  </a:moveTo>
                  <a:lnTo>
                    <a:pt x="49508" y="1733550"/>
                  </a:lnTo>
                  <a:lnTo>
                    <a:pt x="39630" y="1732642"/>
                  </a:lnTo>
                  <a:lnTo>
                    <a:pt x="3625" y="1703045"/>
                  </a:lnTo>
                  <a:lnTo>
                    <a:pt x="0" y="1684041"/>
                  </a:lnTo>
                  <a:lnTo>
                    <a:pt x="0" y="49505"/>
                  </a:lnTo>
                  <a:lnTo>
                    <a:pt x="22127" y="8155"/>
                  </a:lnTo>
                  <a:lnTo>
                    <a:pt x="49508" y="0"/>
                  </a:lnTo>
                  <a:lnTo>
                    <a:pt x="3236619" y="0"/>
                  </a:lnTo>
                  <a:lnTo>
                    <a:pt x="3277970" y="22124"/>
                  </a:lnTo>
                  <a:lnTo>
                    <a:pt x="3286128" y="49505"/>
                  </a:lnTo>
                  <a:lnTo>
                    <a:pt x="3286128" y="1684041"/>
                  </a:lnTo>
                  <a:lnTo>
                    <a:pt x="3264000" y="1725391"/>
                  </a:lnTo>
                  <a:lnTo>
                    <a:pt x="3236619" y="1733550"/>
                  </a:lnTo>
                  <a:close/>
                </a:path>
              </a:pathLst>
            </a:custGeom>
            <a:solidFill>
              <a:srgbClr val="D9ECF1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7" name="object 7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628650" y="3305174"/>
              <a:ext cx="3276600" cy="1724025"/>
            </a:xfrm>
            <a:prstGeom prst="rect">
              <a:avLst/>
            </a:prstGeom>
          </p:spPr>
        </p:pic>
        <p:sp>
          <p:nvSpPr>
            <p:cNvPr id="8" name="object 8"/>
            <p:cNvSpPr/>
            <p:nvPr/>
          </p:nvSpPr>
          <p:spPr>
            <a:xfrm>
              <a:off x="623887" y="3300415"/>
              <a:ext cx="3286125" cy="1733550"/>
            </a:xfrm>
            <a:custGeom>
              <a:avLst/>
              <a:gdLst/>
              <a:ahLst/>
              <a:cxnLst/>
              <a:rect l="l" t="t" r="r" b="b"/>
              <a:pathLst>
                <a:path w="3286125" h="1733550">
                  <a:moveTo>
                    <a:pt x="0" y="1684039"/>
                  </a:moveTo>
                  <a:lnTo>
                    <a:pt x="0" y="49501"/>
                  </a:lnTo>
                  <a:lnTo>
                    <a:pt x="0" y="42938"/>
                  </a:lnTo>
                  <a:lnTo>
                    <a:pt x="1257" y="36623"/>
                  </a:lnTo>
                  <a:lnTo>
                    <a:pt x="3771" y="30556"/>
                  </a:lnTo>
                  <a:lnTo>
                    <a:pt x="6276" y="24488"/>
                  </a:lnTo>
                  <a:lnTo>
                    <a:pt x="9858" y="19135"/>
                  </a:lnTo>
                  <a:lnTo>
                    <a:pt x="42938" y="0"/>
                  </a:lnTo>
                  <a:lnTo>
                    <a:pt x="49510" y="0"/>
                  </a:lnTo>
                  <a:lnTo>
                    <a:pt x="3236614" y="0"/>
                  </a:lnTo>
                  <a:lnTo>
                    <a:pt x="3243186" y="0"/>
                  </a:lnTo>
                  <a:lnTo>
                    <a:pt x="3249501" y="1257"/>
                  </a:lnTo>
                  <a:lnTo>
                    <a:pt x="3279848" y="24488"/>
                  </a:lnTo>
                  <a:lnTo>
                    <a:pt x="3282353" y="30556"/>
                  </a:lnTo>
                  <a:lnTo>
                    <a:pt x="3284867" y="36623"/>
                  </a:lnTo>
                  <a:lnTo>
                    <a:pt x="3286125" y="42938"/>
                  </a:lnTo>
                  <a:lnTo>
                    <a:pt x="3286125" y="49501"/>
                  </a:lnTo>
                  <a:lnTo>
                    <a:pt x="3286125" y="1684039"/>
                  </a:lnTo>
                  <a:lnTo>
                    <a:pt x="3286125" y="1690601"/>
                  </a:lnTo>
                  <a:lnTo>
                    <a:pt x="3284867" y="1696916"/>
                  </a:lnTo>
                  <a:lnTo>
                    <a:pt x="3282353" y="1702984"/>
                  </a:lnTo>
                  <a:lnTo>
                    <a:pt x="3279848" y="1709051"/>
                  </a:lnTo>
                  <a:lnTo>
                    <a:pt x="3276266" y="1714404"/>
                  </a:lnTo>
                  <a:lnTo>
                    <a:pt x="3271627" y="1719043"/>
                  </a:lnTo>
                  <a:lnTo>
                    <a:pt x="3266979" y="1723691"/>
                  </a:lnTo>
                  <a:lnTo>
                    <a:pt x="3261626" y="1727263"/>
                  </a:lnTo>
                  <a:lnTo>
                    <a:pt x="3255559" y="1729778"/>
                  </a:lnTo>
                  <a:lnTo>
                    <a:pt x="3249501" y="1732292"/>
                  </a:lnTo>
                  <a:lnTo>
                    <a:pt x="3243186" y="1733550"/>
                  </a:lnTo>
                  <a:lnTo>
                    <a:pt x="3236614" y="1733550"/>
                  </a:lnTo>
                  <a:lnTo>
                    <a:pt x="49510" y="1733550"/>
                  </a:lnTo>
                  <a:lnTo>
                    <a:pt x="42938" y="1733550"/>
                  </a:lnTo>
                  <a:lnTo>
                    <a:pt x="36623" y="1732292"/>
                  </a:lnTo>
                  <a:lnTo>
                    <a:pt x="30565" y="1729778"/>
                  </a:lnTo>
                  <a:lnTo>
                    <a:pt x="24498" y="1727263"/>
                  </a:lnTo>
                  <a:lnTo>
                    <a:pt x="19145" y="1723691"/>
                  </a:lnTo>
                  <a:lnTo>
                    <a:pt x="14497" y="1719043"/>
                  </a:lnTo>
                  <a:lnTo>
                    <a:pt x="9858" y="1714404"/>
                  </a:lnTo>
                  <a:lnTo>
                    <a:pt x="6276" y="1709051"/>
                  </a:lnTo>
                  <a:lnTo>
                    <a:pt x="3771" y="1702984"/>
                  </a:lnTo>
                  <a:lnTo>
                    <a:pt x="1257" y="1696916"/>
                  </a:lnTo>
                  <a:lnTo>
                    <a:pt x="0" y="1690601"/>
                  </a:lnTo>
                  <a:lnTo>
                    <a:pt x="0" y="1684039"/>
                  </a:lnTo>
                  <a:close/>
                </a:path>
              </a:pathLst>
            </a:custGeom>
            <a:ln w="9525">
              <a:solidFill>
                <a:srgbClr val="BED2D7"/>
              </a:solidFill>
            </a:ln>
          </p:spPr>
          <p:txBody>
            <a:bodyPr wrap="square" lIns="0" tIns="0" rIns="0" bIns="0" rtlCol="0"/>
            <a:lstStyle/>
            <a:p/>
          </p:txBody>
        </p:sp>
        <p:pic>
          <p:nvPicPr>
            <p:cNvPr id="9" name="object 9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781050" y="3457574"/>
              <a:ext cx="466725" cy="466725"/>
            </a:xfrm>
            <a:prstGeom prst="rect">
              <a:avLst/>
            </a:prstGeom>
          </p:spPr>
        </p:pic>
        <p:pic>
          <p:nvPicPr>
            <p:cNvPr id="10" name="object 10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909763" y="3584168"/>
              <a:ext cx="218518" cy="203715"/>
            </a:xfrm>
            <a:prstGeom prst="rect">
              <a:avLst/>
            </a:prstGeom>
          </p:spPr>
        </p:pic>
      </p:grpSp>
      <p:sp>
        <p:nvSpPr>
          <p:cNvPr id="11" name="object 11"/>
          <p:cNvSpPr txBox="1"/>
          <p:nvPr/>
        </p:nvSpPr>
        <p:spPr>
          <a:xfrm>
            <a:off x="771921" y="4060761"/>
            <a:ext cx="2534285" cy="793115"/>
          </a:xfrm>
          <a:prstGeom prst="rect">
            <a:avLst/>
          </a:prstGeom>
        </p:spPr>
        <p:txBody>
          <a:bodyPr wrap="square" lIns="0" tIns="1587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dirty="0" sz="1500" spc="55">
                <a:solidFill>
                  <a:srgbClr val="384653"/>
                </a:solidFill>
                <a:latin typeface="Verdana"/>
                <a:cs typeface="Verdana"/>
              </a:rPr>
              <a:t>4-</a:t>
            </a:r>
            <a:r>
              <a:rPr dirty="0" sz="1500" spc="-20">
                <a:solidFill>
                  <a:srgbClr val="384653"/>
                </a:solidFill>
                <a:latin typeface="Verdana"/>
                <a:cs typeface="Verdana"/>
              </a:rPr>
              <a:t>DC</a:t>
            </a:r>
            <a:r>
              <a:rPr dirty="0" sz="1500" spc="-105">
                <a:solidFill>
                  <a:srgbClr val="384653"/>
                </a:solidFill>
                <a:latin typeface="Verdana"/>
                <a:cs typeface="Verdana"/>
              </a:rPr>
              <a:t> </a:t>
            </a:r>
            <a:r>
              <a:rPr dirty="0" sz="1500" spc="-10">
                <a:solidFill>
                  <a:srgbClr val="384653"/>
                </a:solidFill>
                <a:latin typeface="Verdana"/>
                <a:cs typeface="Verdana"/>
              </a:rPr>
              <a:t>Deployment</a:t>
            </a:r>
            <a:endParaRPr sz="1500">
              <a:latin typeface="Verdana"/>
              <a:cs typeface="Verdana"/>
            </a:endParaRPr>
          </a:p>
          <a:p>
            <a:pPr marL="12700" marR="5080">
              <a:lnSpc>
                <a:spcPct val="130200"/>
              </a:lnSpc>
              <a:spcBef>
                <a:spcPts val="465"/>
              </a:spcBef>
            </a:pPr>
            <a:r>
              <a:rPr dirty="0" sz="1200">
                <a:solidFill>
                  <a:srgbClr val="384653"/>
                </a:solidFill>
                <a:latin typeface="Trebuchet MS"/>
                <a:cs typeface="Trebuchet MS"/>
              </a:rPr>
              <a:t>Mandated</a:t>
            </a:r>
            <a:r>
              <a:rPr dirty="0" sz="1200" spc="40">
                <a:solidFill>
                  <a:srgbClr val="384653"/>
                </a:solidFill>
                <a:latin typeface="Trebuchet MS"/>
                <a:cs typeface="Trebuchet MS"/>
              </a:rPr>
              <a:t> </a:t>
            </a:r>
            <a:r>
              <a:rPr dirty="0" sz="1200" spc="-10">
                <a:solidFill>
                  <a:srgbClr val="384653"/>
                </a:solidFill>
                <a:latin typeface="Trebuchet MS"/>
                <a:cs typeface="Trebuchet MS"/>
              </a:rPr>
              <a:t>enterprise</a:t>
            </a:r>
            <a:r>
              <a:rPr dirty="0" sz="1200" spc="45">
                <a:solidFill>
                  <a:srgbClr val="384653"/>
                </a:solidFill>
                <a:latin typeface="Trebuchet MS"/>
                <a:cs typeface="Trebuchet MS"/>
              </a:rPr>
              <a:t> </a:t>
            </a:r>
            <a:r>
              <a:rPr dirty="0" sz="1200">
                <a:solidFill>
                  <a:srgbClr val="384653"/>
                </a:solidFill>
                <a:latin typeface="Trebuchet MS"/>
                <a:cs typeface="Trebuchet MS"/>
              </a:rPr>
              <a:t>standard</a:t>
            </a:r>
            <a:r>
              <a:rPr dirty="0" sz="1200" spc="40">
                <a:solidFill>
                  <a:srgbClr val="384653"/>
                </a:solidFill>
                <a:latin typeface="Trebuchet MS"/>
                <a:cs typeface="Trebuchet MS"/>
              </a:rPr>
              <a:t> </a:t>
            </a:r>
            <a:r>
              <a:rPr dirty="0" sz="1200" spc="-10">
                <a:solidFill>
                  <a:srgbClr val="384653"/>
                </a:solidFill>
                <a:latin typeface="Trebuchet MS"/>
                <a:cs typeface="Trebuchet MS"/>
              </a:rPr>
              <a:t>for</a:t>
            </a:r>
            <a:r>
              <a:rPr dirty="0" sz="1200" spc="45">
                <a:solidFill>
                  <a:srgbClr val="384653"/>
                </a:solidFill>
                <a:latin typeface="Trebuchet MS"/>
                <a:cs typeface="Trebuchet MS"/>
              </a:rPr>
              <a:t> </a:t>
            </a:r>
            <a:r>
              <a:rPr dirty="0" sz="1200" spc="-25">
                <a:solidFill>
                  <a:srgbClr val="384653"/>
                </a:solidFill>
                <a:latin typeface="Trebuchet MS"/>
                <a:cs typeface="Trebuchet MS"/>
              </a:rPr>
              <a:t>all </a:t>
            </a:r>
            <a:r>
              <a:rPr dirty="0" sz="1200" spc="-10">
                <a:solidFill>
                  <a:srgbClr val="384653"/>
                </a:solidFill>
                <a:latin typeface="Trebuchet MS"/>
                <a:cs typeface="Trebuchet MS"/>
              </a:rPr>
              <a:t>applications.</a:t>
            </a:r>
            <a:endParaRPr sz="1200">
              <a:latin typeface="Trebuchet MS"/>
              <a:cs typeface="Trebuchet MS"/>
            </a:endParaRPr>
          </a:p>
        </p:txBody>
      </p:sp>
      <p:grpSp>
        <p:nvGrpSpPr>
          <p:cNvPr id="12" name="object 12"/>
          <p:cNvGrpSpPr/>
          <p:nvPr/>
        </p:nvGrpSpPr>
        <p:grpSpPr>
          <a:xfrm>
            <a:off x="4067175" y="3295652"/>
            <a:ext cx="3295650" cy="1743075"/>
            <a:chOff x="4067175" y="3295652"/>
            <a:chExt cx="3295650" cy="1743075"/>
          </a:xfrm>
        </p:grpSpPr>
        <p:sp>
          <p:nvSpPr>
            <p:cNvPr id="13" name="object 13"/>
            <p:cNvSpPr/>
            <p:nvPr/>
          </p:nvSpPr>
          <p:spPr>
            <a:xfrm>
              <a:off x="4071939" y="3300413"/>
              <a:ext cx="3286125" cy="1733550"/>
            </a:xfrm>
            <a:custGeom>
              <a:avLst/>
              <a:gdLst/>
              <a:ahLst/>
              <a:cxnLst/>
              <a:rect l="l" t="t" r="r" b="b"/>
              <a:pathLst>
                <a:path w="3286125" h="1733550">
                  <a:moveTo>
                    <a:pt x="3236616" y="1733550"/>
                  </a:moveTo>
                  <a:lnTo>
                    <a:pt x="49505" y="1733550"/>
                  </a:lnTo>
                  <a:lnTo>
                    <a:pt x="39627" y="1732642"/>
                  </a:lnTo>
                  <a:lnTo>
                    <a:pt x="3622" y="1703045"/>
                  </a:lnTo>
                  <a:lnTo>
                    <a:pt x="0" y="1684041"/>
                  </a:lnTo>
                  <a:lnTo>
                    <a:pt x="0" y="49505"/>
                  </a:lnTo>
                  <a:lnTo>
                    <a:pt x="22124" y="8155"/>
                  </a:lnTo>
                  <a:lnTo>
                    <a:pt x="49505" y="0"/>
                  </a:lnTo>
                  <a:lnTo>
                    <a:pt x="3236616" y="0"/>
                  </a:lnTo>
                  <a:lnTo>
                    <a:pt x="3277967" y="22124"/>
                  </a:lnTo>
                  <a:lnTo>
                    <a:pt x="3286125" y="49505"/>
                  </a:lnTo>
                  <a:lnTo>
                    <a:pt x="3286125" y="1684041"/>
                  </a:lnTo>
                  <a:lnTo>
                    <a:pt x="3263997" y="1725391"/>
                  </a:lnTo>
                  <a:lnTo>
                    <a:pt x="3236616" y="1733550"/>
                  </a:lnTo>
                  <a:close/>
                </a:path>
              </a:pathLst>
            </a:custGeom>
            <a:solidFill>
              <a:srgbClr val="D9ECF1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14" name="object 14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4076700" y="3305174"/>
              <a:ext cx="3276600" cy="1724025"/>
            </a:xfrm>
            <a:prstGeom prst="rect">
              <a:avLst/>
            </a:prstGeom>
          </p:spPr>
        </p:pic>
        <p:sp>
          <p:nvSpPr>
            <p:cNvPr id="15" name="object 15"/>
            <p:cNvSpPr/>
            <p:nvPr/>
          </p:nvSpPr>
          <p:spPr>
            <a:xfrm>
              <a:off x="4071937" y="3300415"/>
              <a:ext cx="3286125" cy="1733550"/>
            </a:xfrm>
            <a:custGeom>
              <a:avLst/>
              <a:gdLst/>
              <a:ahLst/>
              <a:cxnLst/>
              <a:rect l="l" t="t" r="r" b="b"/>
              <a:pathLst>
                <a:path w="3286125" h="1733550">
                  <a:moveTo>
                    <a:pt x="0" y="1684039"/>
                  </a:moveTo>
                  <a:lnTo>
                    <a:pt x="0" y="49501"/>
                  </a:lnTo>
                  <a:lnTo>
                    <a:pt x="0" y="42938"/>
                  </a:lnTo>
                  <a:lnTo>
                    <a:pt x="1257" y="36623"/>
                  </a:lnTo>
                  <a:lnTo>
                    <a:pt x="3771" y="30556"/>
                  </a:lnTo>
                  <a:lnTo>
                    <a:pt x="6276" y="24488"/>
                  </a:lnTo>
                  <a:lnTo>
                    <a:pt x="9858" y="19135"/>
                  </a:lnTo>
                  <a:lnTo>
                    <a:pt x="42938" y="0"/>
                  </a:lnTo>
                  <a:lnTo>
                    <a:pt x="49510" y="0"/>
                  </a:lnTo>
                  <a:lnTo>
                    <a:pt x="3236614" y="0"/>
                  </a:lnTo>
                  <a:lnTo>
                    <a:pt x="3243186" y="0"/>
                  </a:lnTo>
                  <a:lnTo>
                    <a:pt x="3249491" y="1257"/>
                  </a:lnTo>
                  <a:lnTo>
                    <a:pt x="3279838" y="24488"/>
                  </a:lnTo>
                  <a:lnTo>
                    <a:pt x="3282353" y="30556"/>
                  </a:lnTo>
                  <a:lnTo>
                    <a:pt x="3284867" y="36623"/>
                  </a:lnTo>
                  <a:lnTo>
                    <a:pt x="3286125" y="42938"/>
                  </a:lnTo>
                  <a:lnTo>
                    <a:pt x="3286125" y="49501"/>
                  </a:lnTo>
                  <a:lnTo>
                    <a:pt x="3286125" y="1684039"/>
                  </a:lnTo>
                  <a:lnTo>
                    <a:pt x="3286125" y="1690601"/>
                  </a:lnTo>
                  <a:lnTo>
                    <a:pt x="3284867" y="1696916"/>
                  </a:lnTo>
                  <a:lnTo>
                    <a:pt x="3282353" y="1702984"/>
                  </a:lnTo>
                  <a:lnTo>
                    <a:pt x="3279838" y="1709051"/>
                  </a:lnTo>
                  <a:lnTo>
                    <a:pt x="3276266" y="1714404"/>
                  </a:lnTo>
                  <a:lnTo>
                    <a:pt x="3271627" y="1719043"/>
                  </a:lnTo>
                  <a:lnTo>
                    <a:pt x="3266979" y="1723691"/>
                  </a:lnTo>
                  <a:lnTo>
                    <a:pt x="3261626" y="1727263"/>
                  </a:lnTo>
                  <a:lnTo>
                    <a:pt x="3255559" y="1729778"/>
                  </a:lnTo>
                  <a:lnTo>
                    <a:pt x="3249491" y="1732292"/>
                  </a:lnTo>
                  <a:lnTo>
                    <a:pt x="3243186" y="1733550"/>
                  </a:lnTo>
                  <a:lnTo>
                    <a:pt x="3236614" y="1733550"/>
                  </a:lnTo>
                  <a:lnTo>
                    <a:pt x="49510" y="1733550"/>
                  </a:lnTo>
                  <a:lnTo>
                    <a:pt x="42938" y="1733550"/>
                  </a:lnTo>
                  <a:lnTo>
                    <a:pt x="36623" y="1732292"/>
                  </a:lnTo>
                  <a:lnTo>
                    <a:pt x="30565" y="1729778"/>
                  </a:lnTo>
                  <a:lnTo>
                    <a:pt x="24498" y="1727263"/>
                  </a:lnTo>
                  <a:lnTo>
                    <a:pt x="19145" y="1723691"/>
                  </a:lnTo>
                  <a:lnTo>
                    <a:pt x="14497" y="1719043"/>
                  </a:lnTo>
                  <a:lnTo>
                    <a:pt x="9858" y="1714404"/>
                  </a:lnTo>
                  <a:lnTo>
                    <a:pt x="6276" y="1709051"/>
                  </a:lnTo>
                  <a:lnTo>
                    <a:pt x="3771" y="1702984"/>
                  </a:lnTo>
                  <a:lnTo>
                    <a:pt x="1257" y="1696916"/>
                  </a:lnTo>
                  <a:lnTo>
                    <a:pt x="0" y="1690601"/>
                  </a:lnTo>
                  <a:lnTo>
                    <a:pt x="0" y="1684039"/>
                  </a:lnTo>
                  <a:close/>
                </a:path>
              </a:pathLst>
            </a:custGeom>
            <a:ln w="9525">
              <a:solidFill>
                <a:srgbClr val="BED2D7"/>
              </a:solidFill>
            </a:ln>
          </p:spPr>
          <p:txBody>
            <a:bodyPr wrap="square" lIns="0" tIns="0" rIns="0" bIns="0" rtlCol="0"/>
            <a:lstStyle/>
            <a:p/>
          </p:txBody>
        </p:sp>
        <p:pic>
          <p:nvPicPr>
            <p:cNvPr id="16" name="object 16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4229100" y="3457574"/>
              <a:ext cx="466725" cy="466725"/>
            </a:xfrm>
            <a:prstGeom prst="rect">
              <a:avLst/>
            </a:prstGeom>
          </p:spPr>
        </p:pic>
        <p:pic>
          <p:nvPicPr>
            <p:cNvPr id="17" name="object 17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4377999" y="3576761"/>
              <a:ext cx="178152" cy="218528"/>
            </a:xfrm>
            <a:prstGeom prst="rect">
              <a:avLst/>
            </a:prstGeom>
          </p:spPr>
        </p:pic>
      </p:grpSp>
      <p:sp>
        <p:nvSpPr>
          <p:cNvPr id="18" name="object 18"/>
          <p:cNvSpPr txBox="1"/>
          <p:nvPr/>
        </p:nvSpPr>
        <p:spPr>
          <a:xfrm>
            <a:off x="4220121" y="4060761"/>
            <a:ext cx="2528570" cy="793115"/>
          </a:xfrm>
          <a:prstGeom prst="rect">
            <a:avLst/>
          </a:prstGeom>
        </p:spPr>
        <p:txBody>
          <a:bodyPr wrap="square" lIns="0" tIns="1587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dirty="0" sz="1500" spc="-65">
                <a:solidFill>
                  <a:srgbClr val="384653"/>
                </a:solidFill>
                <a:latin typeface="Verdana"/>
                <a:cs typeface="Verdana"/>
              </a:rPr>
              <a:t>Regional</a:t>
            </a:r>
            <a:r>
              <a:rPr dirty="0" sz="1500" spc="-10">
                <a:solidFill>
                  <a:srgbClr val="384653"/>
                </a:solidFill>
                <a:latin typeface="Verdana"/>
                <a:cs typeface="Verdana"/>
              </a:rPr>
              <a:t> Clusters</a:t>
            </a:r>
            <a:endParaRPr sz="1500">
              <a:latin typeface="Verdana"/>
              <a:cs typeface="Verdana"/>
            </a:endParaRPr>
          </a:p>
          <a:p>
            <a:pPr marL="12700" marR="5080">
              <a:lnSpc>
                <a:spcPct val="130200"/>
              </a:lnSpc>
              <a:spcBef>
                <a:spcPts val="465"/>
              </a:spcBef>
            </a:pPr>
            <a:r>
              <a:rPr dirty="0" sz="1200">
                <a:solidFill>
                  <a:srgbClr val="384653"/>
                </a:solidFill>
                <a:latin typeface="Trebuchet MS"/>
                <a:cs typeface="Trebuchet MS"/>
              </a:rPr>
              <a:t>East</a:t>
            </a:r>
            <a:r>
              <a:rPr dirty="0" sz="1200" spc="45">
                <a:solidFill>
                  <a:srgbClr val="384653"/>
                </a:solidFill>
                <a:latin typeface="Trebuchet MS"/>
                <a:cs typeface="Trebuchet MS"/>
              </a:rPr>
              <a:t> </a:t>
            </a:r>
            <a:r>
              <a:rPr dirty="0" sz="1200">
                <a:solidFill>
                  <a:srgbClr val="384653"/>
                </a:solidFill>
                <a:latin typeface="Trebuchet MS"/>
                <a:cs typeface="Trebuchet MS"/>
              </a:rPr>
              <a:t>Coast</a:t>
            </a:r>
            <a:r>
              <a:rPr dirty="0" sz="1200" spc="50">
                <a:solidFill>
                  <a:srgbClr val="384653"/>
                </a:solidFill>
                <a:latin typeface="Trebuchet MS"/>
                <a:cs typeface="Trebuchet MS"/>
              </a:rPr>
              <a:t> </a:t>
            </a:r>
            <a:r>
              <a:rPr dirty="0" sz="1200" spc="-100">
                <a:solidFill>
                  <a:srgbClr val="384653"/>
                </a:solidFill>
                <a:latin typeface="Trebuchet MS"/>
                <a:cs typeface="Trebuchet MS"/>
              </a:rPr>
              <a:t>&amp;</a:t>
            </a:r>
            <a:r>
              <a:rPr dirty="0" sz="1200" spc="50">
                <a:solidFill>
                  <a:srgbClr val="384653"/>
                </a:solidFill>
                <a:latin typeface="Trebuchet MS"/>
                <a:cs typeface="Trebuchet MS"/>
              </a:rPr>
              <a:t> </a:t>
            </a:r>
            <a:r>
              <a:rPr dirty="0" sz="1200">
                <a:solidFill>
                  <a:srgbClr val="384653"/>
                </a:solidFill>
                <a:latin typeface="Trebuchet MS"/>
                <a:cs typeface="Trebuchet MS"/>
              </a:rPr>
              <a:t>West</a:t>
            </a:r>
            <a:r>
              <a:rPr dirty="0" sz="1200" spc="50">
                <a:solidFill>
                  <a:srgbClr val="384653"/>
                </a:solidFill>
                <a:latin typeface="Trebuchet MS"/>
                <a:cs typeface="Trebuchet MS"/>
              </a:rPr>
              <a:t> </a:t>
            </a:r>
            <a:r>
              <a:rPr dirty="0" sz="1200">
                <a:solidFill>
                  <a:srgbClr val="384653"/>
                </a:solidFill>
                <a:latin typeface="Trebuchet MS"/>
                <a:cs typeface="Trebuchet MS"/>
              </a:rPr>
              <a:t>Coast</a:t>
            </a:r>
            <a:r>
              <a:rPr dirty="0" sz="1200" spc="45">
                <a:solidFill>
                  <a:srgbClr val="384653"/>
                </a:solidFill>
                <a:latin typeface="Trebuchet MS"/>
                <a:cs typeface="Trebuchet MS"/>
              </a:rPr>
              <a:t> </a:t>
            </a:r>
            <a:r>
              <a:rPr dirty="0" sz="1200" spc="-10">
                <a:solidFill>
                  <a:srgbClr val="384653"/>
                </a:solidFill>
                <a:latin typeface="Trebuchet MS"/>
                <a:cs typeface="Trebuchet MS"/>
              </a:rPr>
              <a:t>for</a:t>
            </a:r>
            <a:r>
              <a:rPr dirty="0" sz="1200" spc="50">
                <a:solidFill>
                  <a:srgbClr val="384653"/>
                </a:solidFill>
                <a:latin typeface="Trebuchet MS"/>
                <a:cs typeface="Trebuchet MS"/>
              </a:rPr>
              <a:t> </a:t>
            </a:r>
            <a:r>
              <a:rPr dirty="0" sz="1200" spc="-10">
                <a:solidFill>
                  <a:srgbClr val="384653"/>
                </a:solidFill>
                <a:latin typeface="Trebuchet MS"/>
                <a:cs typeface="Trebuchet MS"/>
              </a:rPr>
              <a:t>optimal performance.</a:t>
            </a:r>
            <a:endParaRPr sz="1200">
              <a:latin typeface="Trebuchet MS"/>
              <a:cs typeface="Trebuchet MS"/>
            </a:endParaRPr>
          </a:p>
        </p:txBody>
      </p:sp>
      <p:grpSp>
        <p:nvGrpSpPr>
          <p:cNvPr id="19" name="object 19"/>
          <p:cNvGrpSpPr/>
          <p:nvPr/>
        </p:nvGrpSpPr>
        <p:grpSpPr>
          <a:xfrm>
            <a:off x="7515225" y="3295652"/>
            <a:ext cx="3295650" cy="1743075"/>
            <a:chOff x="7515225" y="3295652"/>
            <a:chExt cx="3295650" cy="1743075"/>
          </a:xfrm>
        </p:grpSpPr>
        <p:sp>
          <p:nvSpPr>
            <p:cNvPr id="20" name="object 20"/>
            <p:cNvSpPr/>
            <p:nvPr/>
          </p:nvSpPr>
          <p:spPr>
            <a:xfrm>
              <a:off x="7519989" y="3300413"/>
              <a:ext cx="3286125" cy="1733550"/>
            </a:xfrm>
            <a:custGeom>
              <a:avLst/>
              <a:gdLst/>
              <a:ahLst/>
              <a:cxnLst/>
              <a:rect l="l" t="t" r="r" b="b"/>
              <a:pathLst>
                <a:path w="3286125" h="1733550">
                  <a:moveTo>
                    <a:pt x="3236616" y="1733550"/>
                  </a:moveTo>
                  <a:lnTo>
                    <a:pt x="49505" y="1733550"/>
                  </a:lnTo>
                  <a:lnTo>
                    <a:pt x="39627" y="1732642"/>
                  </a:lnTo>
                  <a:lnTo>
                    <a:pt x="3622" y="1703045"/>
                  </a:lnTo>
                  <a:lnTo>
                    <a:pt x="0" y="1684041"/>
                  </a:lnTo>
                  <a:lnTo>
                    <a:pt x="0" y="49505"/>
                  </a:lnTo>
                  <a:lnTo>
                    <a:pt x="22124" y="8155"/>
                  </a:lnTo>
                  <a:lnTo>
                    <a:pt x="49505" y="0"/>
                  </a:lnTo>
                  <a:lnTo>
                    <a:pt x="3236616" y="0"/>
                  </a:lnTo>
                  <a:lnTo>
                    <a:pt x="3277965" y="22124"/>
                  </a:lnTo>
                  <a:lnTo>
                    <a:pt x="3286125" y="49505"/>
                  </a:lnTo>
                  <a:lnTo>
                    <a:pt x="3286125" y="1684041"/>
                  </a:lnTo>
                  <a:lnTo>
                    <a:pt x="3263996" y="1725391"/>
                  </a:lnTo>
                  <a:lnTo>
                    <a:pt x="3236616" y="1733550"/>
                  </a:lnTo>
                  <a:close/>
                </a:path>
              </a:pathLst>
            </a:custGeom>
            <a:solidFill>
              <a:srgbClr val="D9ECF1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21" name="object 21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7524750" y="3305174"/>
              <a:ext cx="3276600" cy="1724025"/>
            </a:xfrm>
            <a:prstGeom prst="rect">
              <a:avLst/>
            </a:prstGeom>
          </p:spPr>
        </p:pic>
        <p:sp>
          <p:nvSpPr>
            <p:cNvPr id="22" name="object 22"/>
            <p:cNvSpPr/>
            <p:nvPr/>
          </p:nvSpPr>
          <p:spPr>
            <a:xfrm>
              <a:off x="7519987" y="3300415"/>
              <a:ext cx="3286125" cy="1733550"/>
            </a:xfrm>
            <a:custGeom>
              <a:avLst/>
              <a:gdLst/>
              <a:ahLst/>
              <a:cxnLst/>
              <a:rect l="l" t="t" r="r" b="b"/>
              <a:pathLst>
                <a:path w="3286125" h="1733550">
                  <a:moveTo>
                    <a:pt x="0" y="1684039"/>
                  </a:moveTo>
                  <a:lnTo>
                    <a:pt x="0" y="49501"/>
                  </a:lnTo>
                  <a:lnTo>
                    <a:pt x="0" y="42938"/>
                  </a:lnTo>
                  <a:lnTo>
                    <a:pt x="1257" y="36623"/>
                  </a:lnTo>
                  <a:lnTo>
                    <a:pt x="3771" y="30556"/>
                  </a:lnTo>
                  <a:lnTo>
                    <a:pt x="6276" y="24488"/>
                  </a:lnTo>
                  <a:lnTo>
                    <a:pt x="9858" y="19135"/>
                  </a:lnTo>
                  <a:lnTo>
                    <a:pt x="42938" y="0"/>
                  </a:lnTo>
                  <a:lnTo>
                    <a:pt x="49510" y="0"/>
                  </a:lnTo>
                  <a:lnTo>
                    <a:pt x="3236614" y="0"/>
                  </a:lnTo>
                  <a:lnTo>
                    <a:pt x="3243186" y="0"/>
                  </a:lnTo>
                  <a:lnTo>
                    <a:pt x="3249501" y="1257"/>
                  </a:lnTo>
                  <a:lnTo>
                    <a:pt x="3279838" y="24488"/>
                  </a:lnTo>
                  <a:lnTo>
                    <a:pt x="3282353" y="30556"/>
                  </a:lnTo>
                  <a:lnTo>
                    <a:pt x="3284867" y="36623"/>
                  </a:lnTo>
                  <a:lnTo>
                    <a:pt x="3286125" y="42938"/>
                  </a:lnTo>
                  <a:lnTo>
                    <a:pt x="3286125" y="49501"/>
                  </a:lnTo>
                  <a:lnTo>
                    <a:pt x="3286125" y="1684039"/>
                  </a:lnTo>
                  <a:lnTo>
                    <a:pt x="3286125" y="1690601"/>
                  </a:lnTo>
                  <a:lnTo>
                    <a:pt x="3284867" y="1696916"/>
                  </a:lnTo>
                  <a:lnTo>
                    <a:pt x="3282353" y="1702984"/>
                  </a:lnTo>
                  <a:lnTo>
                    <a:pt x="3279838" y="1709051"/>
                  </a:lnTo>
                  <a:lnTo>
                    <a:pt x="3276266" y="1714404"/>
                  </a:lnTo>
                  <a:lnTo>
                    <a:pt x="3271627" y="1719043"/>
                  </a:lnTo>
                  <a:lnTo>
                    <a:pt x="3266979" y="1723691"/>
                  </a:lnTo>
                  <a:lnTo>
                    <a:pt x="3261626" y="1727263"/>
                  </a:lnTo>
                  <a:lnTo>
                    <a:pt x="3255559" y="1729778"/>
                  </a:lnTo>
                  <a:lnTo>
                    <a:pt x="3249501" y="1732292"/>
                  </a:lnTo>
                  <a:lnTo>
                    <a:pt x="3243186" y="1733550"/>
                  </a:lnTo>
                  <a:lnTo>
                    <a:pt x="3236614" y="1733550"/>
                  </a:lnTo>
                  <a:lnTo>
                    <a:pt x="49510" y="1733550"/>
                  </a:lnTo>
                  <a:lnTo>
                    <a:pt x="42938" y="1733550"/>
                  </a:lnTo>
                  <a:lnTo>
                    <a:pt x="36623" y="1732292"/>
                  </a:lnTo>
                  <a:lnTo>
                    <a:pt x="30556" y="1729778"/>
                  </a:lnTo>
                  <a:lnTo>
                    <a:pt x="24498" y="1727263"/>
                  </a:lnTo>
                  <a:lnTo>
                    <a:pt x="19145" y="1723691"/>
                  </a:lnTo>
                  <a:lnTo>
                    <a:pt x="14497" y="1719043"/>
                  </a:lnTo>
                  <a:lnTo>
                    <a:pt x="9858" y="1714404"/>
                  </a:lnTo>
                  <a:lnTo>
                    <a:pt x="6276" y="1709051"/>
                  </a:lnTo>
                  <a:lnTo>
                    <a:pt x="3771" y="1702984"/>
                  </a:lnTo>
                  <a:lnTo>
                    <a:pt x="1257" y="1696916"/>
                  </a:lnTo>
                  <a:lnTo>
                    <a:pt x="0" y="1690601"/>
                  </a:lnTo>
                  <a:lnTo>
                    <a:pt x="0" y="1684039"/>
                  </a:lnTo>
                  <a:close/>
                </a:path>
              </a:pathLst>
            </a:custGeom>
            <a:ln w="9525">
              <a:solidFill>
                <a:srgbClr val="BED2D7"/>
              </a:solidFill>
            </a:ln>
          </p:spPr>
          <p:txBody>
            <a:bodyPr wrap="square" lIns="0" tIns="0" rIns="0" bIns="0" rtlCol="0"/>
            <a:lstStyle/>
            <a:p/>
          </p:txBody>
        </p:sp>
        <p:pic>
          <p:nvPicPr>
            <p:cNvPr id="23" name="object 23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7677150" y="3457574"/>
              <a:ext cx="466725" cy="466725"/>
            </a:xfrm>
            <a:prstGeom prst="rect">
              <a:avLst/>
            </a:prstGeom>
          </p:spPr>
        </p:pic>
        <p:pic>
          <p:nvPicPr>
            <p:cNvPr id="24" name="object 24"/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7824028" y="3576765"/>
              <a:ext cx="182167" cy="218520"/>
            </a:xfrm>
            <a:prstGeom prst="rect">
              <a:avLst/>
            </a:prstGeom>
          </p:spPr>
        </p:pic>
      </p:grpSp>
      <p:sp>
        <p:nvSpPr>
          <p:cNvPr id="25" name="object 25"/>
          <p:cNvSpPr txBox="1"/>
          <p:nvPr/>
        </p:nvSpPr>
        <p:spPr>
          <a:xfrm>
            <a:off x="7668320" y="4060761"/>
            <a:ext cx="2663825" cy="793115"/>
          </a:xfrm>
          <a:prstGeom prst="rect">
            <a:avLst/>
          </a:prstGeom>
        </p:spPr>
        <p:txBody>
          <a:bodyPr wrap="square" lIns="0" tIns="1587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dirty="0" sz="1500" spc="-55">
                <a:solidFill>
                  <a:srgbClr val="384653"/>
                </a:solidFill>
                <a:latin typeface="Verdana"/>
                <a:cs typeface="Verdana"/>
              </a:rPr>
              <a:t>Enhanced</a:t>
            </a:r>
            <a:r>
              <a:rPr dirty="0" sz="1500" spc="-60">
                <a:solidFill>
                  <a:srgbClr val="384653"/>
                </a:solidFill>
                <a:latin typeface="Verdana"/>
                <a:cs typeface="Verdana"/>
              </a:rPr>
              <a:t> </a:t>
            </a:r>
            <a:r>
              <a:rPr dirty="0" sz="1500" spc="-10">
                <a:solidFill>
                  <a:srgbClr val="384653"/>
                </a:solidFill>
                <a:latin typeface="Verdana"/>
                <a:cs typeface="Verdana"/>
              </a:rPr>
              <a:t>Resilience</a:t>
            </a:r>
            <a:endParaRPr sz="1500">
              <a:latin typeface="Verdana"/>
              <a:cs typeface="Verdana"/>
            </a:endParaRPr>
          </a:p>
          <a:p>
            <a:pPr marL="12700" marR="5080">
              <a:lnSpc>
                <a:spcPct val="130200"/>
              </a:lnSpc>
              <a:spcBef>
                <a:spcPts val="465"/>
              </a:spcBef>
            </a:pPr>
            <a:r>
              <a:rPr dirty="0" sz="1200">
                <a:solidFill>
                  <a:srgbClr val="384653"/>
                </a:solidFill>
                <a:latin typeface="Trebuchet MS"/>
                <a:cs typeface="Trebuchet MS"/>
              </a:rPr>
              <a:t>Achieving higher </a:t>
            </a:r>
            <a:r>
              <a:rPr dirty="0" sz="1200" spc="-25">
                <a:solidFill>
                  <a:srgbClr val="384653"/>
                </a:solidFill>
                <a:latin typeface="Trebuchet MS"/>
                <a:cs typeface="Trebuchet MS"/>
              </a:rPr>
              <a:t>availability</a:t>
            </a:r>
            <a:r>
              <a:rPr dirty="0" sz="1200" spc="5">
                <a:solidFill>
                  <a:srgbClr val="384653"/>
                </a:solidFill>
                <a:latin typeface="Trebuchet MS"/>
                <a:cs typeface="Trebuchet MS"/>
              </a:rPr>
              <a:t> </a:t>
            </a:r>
            <a:r>
              <a:rPr dirty="0" sz="1200" spc="-10">
                <a:solidFill>
                  <a:srgbClr val="384653"/>
                </a:solidFill>
                <a:latin typeface="Trebuchet MS"/>
                <a:cs typeface="Trebuchet MS"/>
              </a:rPr>
              <a:t>for</a:t>
            </a:r>
            <a:r>
              <a:rPr dirty="0" sz="1200">
                <a:solidFill>
                  <a:srgbClr val="384653"/>
                </a:solidFill>
                <a:latin typeface="Trebuchet MS"/>
                <a:cs typeface="Trebuchet MS"/>
              </a:rPr>
              <a:t> </a:t>
            </a:r>
            <a:r>
              <a:rPr dirty="0" sz="1200" spc="-20">
                <a:solidFill>
                  <a:srgbClr val="384653"/>
                </a:solidFill>
                <a:latin typeface="Trebuchet MS"/>
                <a:cs typeface="Trebuchet MS"/>
              </a:rPr>
              <a:t>critical </a:t>
            </a:r>
            <a:r>
              <a:rPr dirty="0" sz="1200" spc="-10">
                <a:solidFill>
                  <a:srgbClr val="384653"/>
                </a:solidFill>
                <a:latin typeface="Trebuchet MS"/>
                <a:cs typeface="Trebuchet MS"/>
              </a:rPr>
              <a:t>services.</a:t>
            </a:r>
            <a:endParaRPr sz="1200">
              <a:latin typeface="Trebuchet MS"/>
              <a:cs typeface="Trebuchet MS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607466" y="566229"/>
            <a:ext cx="2219960" cy="176530"/>
          </a:xfrm>
          <a:prstGeom prst="rect">
            <a:avLst/>
          </a:prstGeom>
        </p:spPr>
        <p:txBody>
          <a:bodyPr wrap="square" lIns="0" tIns="1143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dirty="0" sz="1000" spc="-60">
                <a:solidFill>
                  <a:srgbClr val="2D3B4E"/>
                </a:solidFill>
                <a:latin typeface="Verdana"/>
                <a:cs typeface="Verdana"/>
              </a:rPr>
              <a:t>Problem</a:t>
            </a:r>
            <a:r>
              <a:rPr dirty="0" sz="1000" spc="-40">
                <a:solidFill>
                  <a:srgbClr val="2D3B4E"/>
                </a:solidFill>
                <a:latin typeface="Verdana"/>
                <a:cs typeface="Verdana"/>
              </a:rPr>
              <a:t> </a:t>
            </a:r>
            <a:r>
              <a:rPr dirty="0" sz="1000" spc="-90">
                <a:solidFill>
                  <a:srgbClr val="2D3B4E"/>
                </a:solidFill>
                <a:latin typeface="Verdana"/>
                <a:cs typeface="Verdana"/>
              </a:rPr>
              <a:t>Statement:</a:t>
            </a:r>
            <a:r>
              <a:rPr dirty="0" sz="1000" spc="-40">
                <a:solidFill>
                  <a:srgbClr val="2D3B4E"/>
                </a:solidFill>
                <a:latin typeface="Verdana"/>
                <a:cs typeface="Verdana"/>
              </a:rPr>
              <a:t> </a:t>
            </a:r>
            <a:r>
              <a:rPr dirty="0" sz="1000" spc="-55">
                <a:solidFill>
                  <a:srgbClr val="2D3B4E"/>
                </a:solidFill>
                <a:latin typeface="Verdana"/>
                <a:cs typeface="Verdana"/>
              </a:rPr>
              <a:t>Production</a:t>
            </a:r>
            <a:r>
              <a:rPr dirty="0" sz="1000" spc="-40">
                <a:solidFill>
                  <a:srgbClr val="2D3B4E"/>
                </a:solidFill>
                <a:latin typeface="Verdana"/>
                <a:cs typeface="Verdana"/>
              </a:rPr>
              <a:t> </a:t>
            </a:r>
            <a:r>
              <a:rPr dirty="0" sz="1000">
                <a:solidFill>
                  <a:srgbClr val="2D3B4E"/>
                </a:solidFill>
                <a:latin typeface="Verdana"/>
                <a:cs typeface="Verdana"/>
              </a:rPr>
              <a:t>&amp;</a:t>
            </a:r>
            <a:r>
              <a:rPr dirty="0" sz="1000" spc="-40">
                <a:solidFill>
                  <a:srgbClr val="2D3B4E"/>
                </a:solidFill>
                <a:latin typeface="Verdana"/>
                <a:cs typeface="Verdana"/>
              </a:rPr>
              <a:t> </a:t>
            </a:r>
            <a:r>
              <a:rPr dirty="0" sz="1000" spc="-25">
                <a:solidFill>
                  <a:srgbClr val="2D3B4E"/>
                </a:solidFill>
                <a:latin typeface="Verdana"/>
                <a:cs typeface="Verdana"/>
              </a:rPr>
              <a:t>BCP</a:t>
            </a:r>
            <a:endParaRPr sz="1000">
              <a:latin typeface="Verdana"/>
              <a:cs typeface="Verdana"/>
            </a:endParaRPr>
          </a:p>
        </p:txBody>
      </p:sp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xfrm>
            <a:off x="607466" y="754545"/>
            <a:ext cx="8301990" cy="328295"/>
          </a:xfrm>
          <a:prstGeom prst="rect"/>
        </p:spPr>
        <p:txBody>
          <a:bodyPr wrap="square" lIns="0" tIns="1651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dirty="0" sz="1950" spc="-110"/>
              <a:t>Transitioning</a:t>
            </a:r>
            <a:r>
              <a:rPr dirty="0" sz="1950" spc="-65"/>
              <a:t> </a:t>
            </a:r>
            <a:r>
              <a:rPr dirty="0" sz="1950" spc="-60"/>
              <a:t>to </a:t>
            </a:r>
            <a:r>
              <a:rPr dirty="0" sz="1950"/>
              <a:t>a</a:t>
            </a:r>
            <a:r>
              <a:rPr dirty="0" sz="1950" spc="-65"/>
              <a:t> </a:t>
            </a:r>
            <a:r>
              <a:rPr dirty="0" sz="1950" spc="-100"/>
              <a:t>Four-</a:t>
            </a:r>
            <a:r>
              <a:rPr dirty="0" sz="1950" spc="-95"/>
              <a:t>Datacenter</a:t>
            </a:r>
            <a:r>
              <a:rPr dirty="0" sz="1950" spc="-60"/>
              <a:t> </a:t>
            </a:r>
            <a:r>
              <a:rPr dirty="0" sz="1950" spc="-35"/>
              <a:t>Model</a:t>
            </a:r>
            <a:r>
              <a:rPr dirty="0" sz="1950" spc="-60"/>
              <a:t> </a:t>
            </a:r>
            <a:r>
              <a:rPr dirty="0" sz="1950" spc="-90"/>
              <a:t>with</a:t>
            </a:r>
            <a:r>
              <a:rPr dirty="0" sz="1950" spc="-65"/>
              <a:t> Cross-</a:t>
            </a:r>
            <a:r>
              <a:rPr dirty="0" sz="1950" spc="-70"/>
              <a:t>Cluster</a:t>
            </a:r>
            <a:r>
              <a:rPr dirty="0" sz="1950" spc="-60"/>
              <a:t> </a:t>
            </a:r>
            <a:r>
              <a:rPr dirty="0" sz="1950" spc="-50"/>
              <a:t>Replication</a:t>
            </a:r>
            <a:endParaRPr sz="1950"/>
          </a:p>
        </p:txBody>
      </p:sp>
      <p:sp>
        <p:nvSpPr>
          <p:cNvPr id="4" name="object 4"/>
          <p:cNvSpPr txBox="1"/>
          <p:nvPr/>
        </p:nvSpPr>
        <p:spPr>
          <a:xfrm>
            <a:off x="607466" y="1162875"/>
            <a:ext cx="10147300" cy="270510"/>
          </a:xfrm>
          <a:prstGeom prst="rect">
            <a:avLst/>
          </a:prstGeom>
        </p:spPr>
        <p:txBody>
          <a:bodyPr wrap="square" lIns="0" tIns="9525" rIns="0" bIns="0" rtlCol="0" vert="horz">
            <a:spAutoFit/>
          </a:bodyPr>
          <a:lstStyle/>
          <a:p>
            <a:pPr marL="12700" marR="5080" indent="-635">
              <a:lnSpc>
                <a:spcPct val="101600"/>
              </a:lnSpc>
              <a:spcBef>
                <a:spcPts val="75"/>
              </a:spcBef>
            </a:pPr>
            <a:r>
              <a:rPr dirty="0" sz="800" spc="-20">
                <a:solidFill>
                  <a:srgbClr val="374552"/>
                </a:solidFill>
                <a:latin typeface="Trebuchet MS"/>
                <a:cs typeface="Trebuchet MS"/>
              </a:rPr>
              <a:t>Our</a:t>
            </a:r>
            <a:r>
              <a:rPr dirty="0" sz="800" spc="-10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800">
                <a:solidFill>
                  <a:srgbClr val="374552"/>
                </a:solidFill>
                <a:latin typeface="Trebuchet MS"/>
                <a:cs typeface="Trebuchet MS"/>
              </a:rPr>
              <a:t>GRDA</a:t>
            </a:r>
            <a:r>
              <a:rPr dirty="0" sz="800" spc="-10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800" spc="-25">
                <a:solidFill>
                  <a:srgbClr val="374552"/>
                </a:solidFill>
                <a:latin typeface="Trebuchet MS"/>
                <a:cs typeface="Trebuchet MS"/>
              </a:rPr>
              <a:t>application</a:t>
            </a:r>
            <a:r>
              <a:rPr dirty="0" sz="800" spc="-10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800" spc="-35">
                <a:solidFill>
                  <a:srgbClr val="374552"/>
                </a:solidFill>
                <a:latin typeface="Trebuchet MS"/>
                <a:cs typeface="Trebuchet MS"/>
              </a:rPr>
              <a:t>currently</a:t>
            </a:r>
            <a:r>
              <a:rPr dirty="0" sz="800" spc="-10">
                <a:solidFill>
                  <a:srgbClr val="374552"/>
                </a:solidFill>
                <a:latin typeface="Trebuchet MS"/>
                <a:cs typeface="Trebuchet MS"/>
              </a:rPr>
              <a:t> operates </a:t>
            </a:r>
            <a:r>
              <a:rPr dirty="0" sz="800" spc="-30">
                <a:solidFill>
                  <a:srgbClr val="374552"/>
                </a:solidFill>
                <a:latin typeface="Trebuchet MS"/>
                <a:cs typeface="Trebuchet MS"/>
              </a:rPr>
              <a:t>with</a:t>
            </a:r>
            <a:r>
              <a:rPr dirty="0" sz="800" spc="-10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800" spc="-20">
                <a:solidFill>
                  <a:srgbClr val="374552"/>
                </a:solidFill>
                <a:latin typeface="Trebuchet MS"/>
                <a:cs typeface="Trebuchet MS"/>
              </a:rPr>
              <a:t>two</a:t>
            </a:r>
            <a:r>
              <a:rPr dirty="0" sz="800" spc="-10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800">
                <a:solidFill>
                  <a:srgbClr val="374552"/>
                </a:solidFill>
                <a:latin typeface="Trebuchet MS"/>
                <a:cs typeface="Trebuchet MS"/>
              </a:rPr>
              <a:t>Elasticsearch</a:t>
            </a:r>
            <a:r>
              <a:rPr dirty="0" sz="800" spc="-10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800" spc="-20">
                <a:solidFill>
                  <a:srgbClr val="374552"/>
                </a:solidFill>
                <a:latin typeface="Trebuchet MS"/>
                <a:cs typeface="Trebuchet MS"/>
              </a:rPr>
              <a:t>clusters:</a:t>
            </a:r>
            <a:r>
              <a:rPr dirty="0" sz="800" spc="-10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800">
                <a:solidFill>
                  <a:srgbClr val="374552"/>
                </a:solidFill>
                <a:latin typeface="Trebuchet MS"/>
                <a:cs typeface="Trebuchet MS"/>
              </a:rPr>
              <a:t>a</a:t>
            </a:r>
            <a:r>
              <a:rPr dirty="0" sz="800" spc="-10">
                <a:solidFill>
                  <a:srgbClr val="374552"/>
                </a:solidFill>
                <a:latin typeface="Trebuchet MS"/>
                <a:cs typeface="Trebuchet MS"/>
              </a:rPr>
              <a:t> Production cluster </a:t>
            </a:r>
            <a:r>
              <a:rPr dirty="0" sz="800" spc="-20">
                <a:solidFill>
                  <a:srgbClr val="374552"/>
                </a:solidFill>
                <a:latin typeface="Trebuchet MS"/>
                <a:cs typeface="Trebuchet MS"/>
              </a:rPr>
              <a:t>in</a:t>
            </a:r>
            <a:r>
              <a:rPr dirty="0" sz="800" spc="-10">
                <a:solidFill>
                  <a:srgbClr val="374552"/>
                </a:solidFill>
                <a:latin typeface="Trebuchet MS"/>
                <a:cs typeface="Trebuchet MS"/>
              </a:rPr>
              <a:t> Shoreview </a:t>
            </a:r>
            <a:r>
              <a:rPr dirty="0" sz="800">
                <a:solidFill>
                  <a:srgbClr val="374552"/>
                </a:solidFill>
                <a:latin typeface="Trebuchet MS"/>
                <a:cs typeface="Trebuchet MS"/>
              </a:rPr>
              <a:t>DC</a:t>
            </a:r>
            <a:r>
              <a:rPr dirty="0" sz="800" spc="-10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800">
                <a:solidFill>
                  <a:srgbClr val="374552"/>
                </a:solidFill>
                <a:latin typeface="Trebuchet MS"/>
                <a:cs typeface="Trebuchet MS"/>
              </a:rPr>
              <a:t>and</a:t>
            </a:r>
            <a:r>
              <a:rPr dirty="0" sz="800" spc="-10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800">
                <a:solidFill>
                  <a:srgbClr val="374552"/>
                </a:solidFill>
                <a:latin typeface="Trebuchet MS"/>
                <a:cs typeface="Trebuchet MS"/>
              </a:rPr>
              <a:t>a</a:t>
            </a:r>
            <a:r>
              <a:rPr dirty="0" sz="800" spc="-10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800">
                <a:solidFill>
                  <a:srgbClr val="374552"/>
                </a:solidFill>
                <a:latin typeface="Trebuchet MS"/>
                <a:cs typeface="Trebuchet MS"/>
              </a:rPr>
              <a:t>Business</a:t>
            </a:r>
            <a:r>
              <a:rPr dirty="0" sz="800" spc="-10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800" spc="-25">
                <a:solidFill>
                  <a:srgbClr val="374552"/>
                </a:solidFill>
                <a:latin typeface="Trebuchet MS"/>
                <a:cs typeface="Trebuchet MS"/>
              </a:rPr>
              <a:t>Continuity</a:t>
            </a:r>
            <a:r>
              <a:rPr dirty="0" sz="800" spc="-10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800">
                <a:solidFill>
                  <a:srgbClr val="374552"/>
                </a:solidFill>
                <a:latin typeface="Trebuchet MS"/>
                <a:cs typeface="Trebuchet MS"/>
              </a:rPr>
              <a:t>Planning</a:t>
            </a:r>
            <a:r>
              <a:rPr dirty="0" sz="800" spc="-10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800">
                <a:solidFill>
                  <a:srgbClr val="374552"/>
                </a:solidFill>
                <a:latin typeface="Trebuchet MS"/>
                <a:cs typeface="Trebuchet MS"/>
              </a:rPr>
              <a:t>(BCP)</a:t>
            </a:r>
            <a:r>
              <a:rPr dirty="0" sz="800" spc="-10">
                <a:solidFill>
                  <a:srgbClr val="374552"/>
                </a:solidFill>
                <a:latin typeface="Trebuchet MS"/>
                <a:cs typeface="Trebuchet MS"/>
              </a:rPr>
              <a:t> cluster</a:t>
            </a:r>
            <a:r>
              <a:rPr dirty="0" sz="800" spc="-5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800" spc="-25">
                <a:solidFill>
                  <a:srgbClr val="374552"/>
                </a:solidFill>
                <a:latin typeface="Trebuchet MS"/>
                <a:cs typeface="Trebuchet MS"/>
              </a:rPr>
              <a:t>in</a:t>
            </a:r>
            <a:r>
              <a:rPr dirty="0" sz="800" spc="-30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800" spc="-10">
                <a:solidFill>
                  <a:srgbClr val="374552"/>
                </a:solidFill>
                <a:latin typeface="Trebuchet MS"/>
                <a:cs typeface="Trebuchet MS"/>
              </a:rPr>
              <a:t>Tempe DC.</a:t>
            </a:r>
            <a:r>
              <a:rPr dirty="0" sz="800" spc="-25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800" spc="-10">
                <a:solidFill>
                  <a:srgbClr val="374552"/>
                </a:solidFill>
                <a:latin typeface="Trebuchet MS"/>
                <a:cs typeface="Trebuchet MS"/>
              </a:rPr>
              <a:t>The </a:t>
            </a:r>
            <a:r>
              <a:rPr dirty="0" sz="800" spc="-20">
                <a:solidFill>
                  <a:srgbClr val="374552"/>
                </a:solidFill>
                <a:latin typeface="Trebuchet MS"/>
                <a:cs typeface="Trebuchet MS"/>
              </a:rPr>
              <a:t>new</a:t>
            </a:r>
            <a:r>
              <a:rPr dirty="0" sz="800" spc="-10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800" spc="-25">
                <a:solidFill>
                  <a:srgbClr val="374552"/>
                </a:solidFill>
                <a:latin typeface="Trebuchet MS"/>
                <a:cs typeface="Trebuchet MS"/>
              </a:rPr>
              <a:t>enterprise</a:t>
            </a:r>
            <a:r>
              <a:rPr dirty="0" sz="800" spc="-10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800" spc="-30">
                <a:solidFill>
                  <a:srgbClr val="374552"/>
                </a:solidFill>
                <a:latin typeface="Trebuchet MS"/>
                <a:cs typeface="Trebuchet MS"/>
              </a:rPr>
              <a:t>requirement</a:t>
            </a:r>
            <a:r>
              <a:rPr dirty="0" sz="800" spc="-10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800" spc="-20">
                <a:solidFill>
                  <a:srgbClr val="374552"/>
                </a:solidFill>
                <a:latin typeface="Trebuchet MS"/>
                <a:cs typeface="Trebuchet MS"/>
              </a:rPr>
              <a:t>dictates</a:t>
            </a:r>
            <a:r>
              <a:rPr dirty="0" sz="800" spc="-10">
                <a:solidFill>
                  <a:srgbClr val="374552"/>
                </a:solidFill>
                <a:latin typeface="Trebuchet MS"/>
                <a:cs typeface="Trebuchet MS"/>
              </a:rPr>
              <a:t> deployment </a:t>
            </a:r>
            <a:r>
              <a:rPr dirty="0" sz="800">
                <a:solidFill>
                  <a:srgbClr val="374552"/>
                </a:solidFill>
                <a:latin typeface="Trebuchet MS"/>
                <a:cs typeface="Trebuchet MS"/>
              </a:rPr>
              <a:t>across</a:t>
            </a:r>
            <a:r>
              <a:rPr dirty="0" sz="800" spc="-5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800" spc="-10">
                <a:solidFill>
                  <a:srgbClr val="374552"/>
                </a:solidFill>
                <a:latin typeface="Trebuchet MS"/>
                <a:cs typeface="Trebuchet MS"/>
              </a:rPr>
              <a:t>four</a:t>
            </a:r>
            <a:r>
              <a:rPr dirty="0" sz="800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800" spc="-20">
                <a:solidFill>
                  <a:srgbClr val="374552"/>
                </a:solidFill>
                <a:latin typeface="Trebuchet MS"/>
                <a:cs typeface="Trebuchet MS"/>
              </a:rPr>
              <a:t>data</a:t>
            </a:r>
            <a:r>
              <a:rPr dirty="0" sz="800" spc="-5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800" spc="-30">
                <a:solidFill>
                  <a:srgbClr val="374552"/>
                </a:solidFill>
                <a:latin typeface="Trebuchet MS"/>
                <a:cs typeface="Trebuchet MS"/>
              </a:rPr>
              <a:t>centers,</a:t>
            </a:r>
            <a:r>
              <a:rPr dirty="0" sz="800">
                <a:solidFill>
                  <a:srgbClr val="374552"/>
                </a:solidFill>
                <a:latin typeface="Trebuchet MS"/>
                <a:cs typeface="Trebuchet MS"/>
              </a:rPr>
              <a:t> necessitating a</a:t>
            </a:r>
            <a:r>
              <a:rPr dirty="0" sz="800" spc="-5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800" spc="-10">
                <a:solidFill>
                  <a:srgbClr val="374552"/>
                </a:solidFill>
                <a:latin typeface="Trebuchet MS"/>
                <a:cs typeface="Trebuchet MS"/>
              </a:rPr>
              <a:t>significant</a:t>
            </a:r>
            <a:r>
              <a:rPr dirty="0" sz="800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800" spc="-30">
                <a:solidFill>
                  <a:srgbClr val="374552"/>
                </a:solidFill>
                <a:latin typeface="Trebuchet MS"/>
                <a:cs typeface="Trebuchet MS"/>
              </a:rPr>
              <a:t>architectural</a:t>
            </a:r>
            <a:r>
              <a:rPr dirty="0" sz="800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800" spc="-10">
                <a:solidFill>
                  <a:srgbClr val="374552"/>
                </a:solidFill>
                <a:latin typeface="Trebuchet MS"/>
                <a:cs typeface="Trebuchet MS"/>
              </a:rPr>
              <a:t>shift.</a:t>
            </a:r>
            <a:endParaRPr sz="800">
              <a:latin typeface="Trebuchet MS"/>
              <a:cs typeface="Trebuchet MS"/>
            </a:endParaRPr>
          </a:p>
        </p:txBody>
      </p:sp>
      <p:pic>
        <p:nvPicPr>
          <p:cNvPr id="5" name="object 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19125" y="1581149"/>
            <a:ext cx="3228974" cy="3228974"/>
          </a:xfrm>
          <a:prstGeom prst="rect">
            <a:avLst/>
          </a:prstGeom>
        </p:spPr>
      </p:pic>
      <p:sp>
        <p:nvSpPr>
          <p:cNvPr id="6" name="object 6"/>
          <p:cNvSpPr/>
          <p:nvPr/>
        </p:nvSpPr>
        <p:spPr>
          <a:xfrm>
            <a:off x="619125" y="5200651"/>
            <a:ext cx="28575" cy="28575"/>
          </a:xfrm>
          <a:custGeom>
            <a:avLst/>
            <a:gdLst/>
            <a:ahLst/>
            <a:cxnLst/>
            <a:rect l="l" t="t" r="r" b="b"/>
            <a:pathLst>
              <a:path w="28575" h="28575">
                <a:moveTo>
                  <a:pt x="16182" y="0"/>
                </a:moveTo>
                <a:lnTo>
                  <a:pt x="12392" y="0"/>
                </a:lnTo>
                <a:lnTo>
                  <a:pt x="10571" y="361"/>
                </a:lnTo>
                <a:lnTo>
                  <a:pt x="0" y="12392"/>
                </a:lnTo>
                <a:lnTo>
                  <a:pt x="0" y="16182"/>
                </a:lnTo>
                <a:lnTo>
                  <a:pt x="12392" y="28575"/>
                </a:lnTo>
                <a:lnTo>
                  <a:pt x="16182" y="28575"/>
                </a:lnTo>
                <a:lnTo>
                  <a:pt x="28575" y="16182"/>
                </a:lnTo>
                <a:lnTo>
                  <a:pt x="28575" y="14287"/>
                </a:lnTo>
                <a:lnTo>
                  <a:pt x="28575" y="12392"/>
                </a:lnTo>
                <a:lnTo>
                  <a:pt x="18003" y="361"/>
                </a:lnTo>
                <a:lnTo>
                  <a:pt x="16182" y="0"/>
                </a:lnTo>
                <a:close/>
              </a:path>
            </a:pathLst>
          </a:custGeom>
          <a:solidFill>
            <a:srgbClr val="374552"/>
          </a:solidFill>
        </p:spPr>
        <p:txBody>
          <a:bodyPr wrap="square" lIns="0" tIns="0" rIns="0" bIns="0" rtlCol="0"/>
          <a:lstStyle/>
          <a:p/>
        </p:txBody>
      </p:sp>
      <p:sp>
        <p:nvSpPr>
          <p:cNvPr id="7" name="object 7"/>
          <p:cNvSpPr/>
          <p:nvPr/>
        </p:nvSpPr>
        <p:spPr>
          <a:xfrm>
            <a:off x="619125" y="5343526"/>
            <a:ext cx="28575" cy="28575"/>
          </a:xfrm>
          <a:custGeom>
            <a:avLst/>
            <a:gdLst/>
            <a:ahLst/>
            <a:cxnLst/>
            <a:rect l="l" t="t" r="r" b="b"/>
            <a:pathLst>
              <a:path w="28575" h="28575">
                <a:moveTo>
                  <a:pt x="16182" y="0"/>
                </a:moveTo>
                <a:lnTo>
                  <a:pt x="12392" y="0"/>
                </a:lnTo>
                <a:lnTo>
                  <a:pt x="10571" y="361"/>
                </a:lnTo>
                <a:lnTo>
                  <a:pt x="0" y="12392"/>
                </a:lnTo>
                <a:lnTo>
                  <a:pt x="0" y="16177"/>
                </a:lnTo>
                <a:lnTo>
                  <a:pt x="12392" y="28575"/>
                </a:lnTo>
                <a:lnTo>
                  <a:pt x="16182" y="28575"/>
                </a:lnTo>
                <a:lnTo>
                  <a:pt x="28575" y="16177"/>
                </a:lnTo>
                <a:lnTo>
                  <a:pt x="28575" y="14287"/>
                </a:lnTo>
                <a:lnTo>
                  <a:pt x="28575" y="12392"/>
                </a:lnTo>
                <a:lnTo>
                  <a:pt x="18003" y="361"/>
                </a:lnTo>
                <a:lnTo>
                  <a:pt x="16182" y="0"/>
                </a:lnTo>
                <a:close/>
              </a:path>
            </a:pathLst>
          </a:custGeom>
          <a:solidFill>
            <a:srgbClr val="374552"/>
          </a:solidFill>
        </p:spPr>
        <p:txBody>
          <a:bodyPr wrap="square" lIns="0" tIns="0" rIns="0" bIns="0" rtlCol="0"/>
          <a:lstStyle/>
          <a:p/>
        </p:txBody>
      </p:sp>
      <p:sp>
        <p:nvSpPr>
          <p:cNvPr id="8" name="object 8"/>
          <p:cNvSpPr txBox="1"/>
          <p:nvPr/>
        </p:nvSpPr>
        <p:spPr>
          <a:xfrm>
            <a:off x="607466" y="4865344"/>
            <a:ext cx="3249295" cy="730250"/>
          </a:xfrm>
          <a:prstGeom prst="rect">
            <a:avLst/>
          </a:prstGeom>
        </p:spPr>
        <p:txBody>
          <a:bodyPr wrap="square" lIns="0" tIns="1143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dirty="0" sz="1200" spc="-90">
                <a:solidFill>
                  <a:srgbClr val="2D3B4E"/>
                </a:solidFill>
                <a:latin typeface="Verdana"/>
                <a:cs typeface="Verdana"/>
              </a:rPr>
              <a:t>East</a:t>
            </a:r>
            <a:r>
              <a:rPr dirty="0" sz="1200" spc="-30">
                <a:solidFill>
                  <a:srgbClr val="2D3B4E"/>
                </a:solidFill>
                <a:latin typeface="Verdana"/>
                <a:cs typeface="Verdana"/>
              </a:rPr>
              <a:t> </a:t>
            </a:r>
            <a:r>
              <a:rPr dirty="0" sz="1200" spc="-60">
                <a:solidFill>
                  <a:srgbClr val="2D3B4E"/>
                </a:solidFill>
                <a:latin typeface="Verdana"/>
                <a:cs typeface="Verdana"/>
              </a:rPr>
              <a:t>Coast</a:t>
            </a:r>
            <a:r>
              <a:rPr dirty="0" sz="1200" spc="-25">
                <a:solidFill>
                  <a:srgbClr val="2D3B4E"/>
                </a:solidFill>
                <a:latin typeface="Verdana"/>
                <a:cs typeface="Verdana"/>
              </a:rPr>
              <a:t> </a:t>
            </a:r>
            <a:r>
              <a:rPr dirty="0" sz="1200" spc="-10">
                <a:solidFill>
                  <a:srgbClr val="2D3B4E"/>
                </a:solidFill>
                <a:latin typeface="Verdana"/>
                <a:cs typeface="Verdana"/>
              </a:rPr>
              <a:t>Cluster</a:t>
            </a:r>
            <a:endParaRPr sz="1200">
              <a:latin typeface="Verdana"/>
              <a:cs typeface="Verdana"/>
            </a:endParaRPr>
          </a:p>
          <a:p>
            <a:pPr marL="173355" marR="2446655">
              <a:lnSpc>
                <a:spcPct val="117200"/>
              </a:lnSpc>
              <a:spcBef>
                <a:spcPts val="445"/>
              </a:spcBef>
            </a:pPr>
            <a:r>
              <a:rPr dirty="0" sz="800" spc="-10">
                <a:solidFill>
                  <a:srgbClr val="374552"/>
                </a:solidFill>
                <a:latin typeface="Trebuchet MS"/>
                <a:cs typeface="Trebuchet MS"/>
              </a:rPr>
              <a:t>Sterling</a:t>
            </a:r>
            <a:r>
              <a:rPr dirty="0" sz="800" spc="-50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800" spc="-25">
                <a:solidFill>
                  <a:srgbClr val="374552"/>
                </a:solidFill>
                <a:latin typeface="Trebuchet MS"/>
                <a:cs typeface="Trebuchet MS"/>
              </a:rPr>
              <a:t>DC </a:t>
            </a:r>
            <a:r>
              <a:rPr dirty="0" sz="800" spc="30">
                <a:solidFill>
                  <a:srgbClr val="374552"/>
                </a:solidFill>
                <a:latin typeface="Trebuchet MS"/>
                <a:cs typeface="Trebuchet MS"/>
              </a:rPr>
              <a:t>Manassas</a:t>
            </a:r>
            <a:r>
              <a:rPr dirty="0" sz="800" spc="70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800" spc="-25">
                <a:solidFill>
                  <a:srgbClr val="374552"/>
                </a:solidFill>
                <a:latin typeface="Trebuchet MS"/>
                <a:cs typeface="Trebuchet MS"/>
              </a:rPr>
              <a:t>DC</a:t>
            </a:r>
            <a:endParaRPr sz="800">
              <a:latin typeface="Trebuchet MS"/>
              <a:cs typeface="Trebuchet MS"/>
            </a:endParaRPr>
          </a:p>
          <a:p>
            <a:pPr marL="12700">
              <a:lnSpc>
                <a:spcPct val="100000"/>
              </a:lnSpc>
              <a:spcBef>
                <a:spcPts val="465"/>
              </a:spcBef>
            </a:pPr>
            <a:r>
              <a:rPr dirty="0" sz="800">
                <a:solidFill>
                  <a:srgbClr val="374552"/>
                </a:solidFill>
                <a:latin typeface="Trebuchet MS"/>
                <a:cs typeface="Trebuchet MS"/>
              </a:rPr>
              <a:t>These</a:t>
            </a:r>
            <a:r>
              <a:rPr dirty="0" sz="800" spc="-15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800" spc="-20">
                <a:solidFill>
                  <a:srgbClr val="374552"/>
                </a:solidFill>
                <a:latin typeface="Trebuchet MS"/>
                <a:cs typeface="Trebuchet MS"/>
              </a:rPr>
              <a:t>two</a:t>
            </a:r>
            <a:r>
              <a:rPr dirty="0" sz="800" spc="-15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800">
                <a:solidFill>
                  <a:srgbClr val="374552"/>
                </a:solidFill>
                <a:latin typeface="Trebuchet MS"/>
                <a:cs typeface="Trebuchet MS"/>
              </a:rPr>
              <a:t>DCs</a:t>
            </a:r>
            <a:r>
              <a:rPr dirty="0" sz="800" spc="-15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800" spc="-40">
                <a:solidFill>
                  <a:srgbClr val="374552"/>
                </a:solidFill>
                <a:latin typeface="Trebuchet MS"/>
                <a:cs typeface="Trebuchet MS"/>
              </a:rPr>
              <a:t>will</a:t>
            </a:r>
            <a:r>
              <a:rPr dirty="0" sz="800" spc="-10">
                <a:solidFill>
                  <a:srgbClr val="374552"/>
                </a:solidFill>
                <a:latin typeface="Trebuchet MS"/>
                <a:cs typeface="Trebuchet MS"/>
              </a:rPr>
              <a:t> form</a:t>
            </a:r>
            <a:r>
              <a:rPr dirty="0" sz="800" spc="-15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800">
                <a:solidFill>
                  <a:srgbClr val="374552"/>
                </a:solidFill>
                <a:latin typeface="Trebuchet MS"/>
                <a:cs typeface="Trebuchet MS"/>
              </a:rPr>
              <a:t>a</a:t>
            </a:r>
            <a:r>
              <a:rPr dirty="0" sz="800" spc="-15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800">
                <a:solidFill>
                  <a:srgbClr val="374552"/>
                </a:solidFill>
                <a:latin typeface="Trebuchet MS"/>
                <a:cs typeface="Trebuchet MS"/>
              </a:rPr>
              <a:t>cohesive</a:t>
            </a:r>
            <a:r>
              <a:rPr dirty="0" sz="800" spc="-10">
                <a:solidFill>
                  <a:srgbClr val="374552"/>
                </a:solidFill>
                <a:latin typeface="Trebuchet MS"/>
                <a:cs typeface="Trebuchet MS"/>
              </a:rPr>
              <a:t> cluster</a:t>
            </a:r>
            <a:r>
              <a:rPr dirty="0" sz="800" spc="-15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800" spc="-30">
                <a:solidFill>
                  <a:srgbClr val="374552"/>
                </a:solidFill>
                <a:latin typeface="Trebuchet MS"/>
                <a:cs typeface="Trebuchet MS"/>
              </a:rPr>
              <a:t>within</a:t>
            </a:r>
            <a:r>
              <a:rPr dirty="0" sz="800" spc="-15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800" spc="-30">
                <a:solidFill>
                  <a:srgbClr val="374552"/>
                </a:solidFill>
                <a:latin typeface="Trebuchet MS"/>
                <a:cs typeface="Trebuchet MS"/>
              </a:rPr>
              <a:t>the</a:t>
            </a:r>
            <a:r>
              <a:rPr dirty="0" sz="800" spc="-10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800">
                <a:solidFill>
                  <a:srgbClr val="374552"/>
                </a:solidFill>
                <a:latin typeface="Trebuchet MS"/>
                <a:cs typeface="Trebuchet MS"/>
              </a:rPr>
              <a:t>East</a:t>
            </a:r>
            <a:r>
              <a:rPr dirty="0" sz="800" spc="-15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800">
                <a:solidFill>
                  <a:srgbClr val="374552"/>
                </a:solidFill>
                <a:latin typeface="Trebuchet MS"/>
                <a:cs typeface="Trebuchet MS"/>
              </a:rPr>
              <a:t>Coast</a:t>
            </a:r>
            <a:r>
              <a:rPr dirty="0" sz="800" spc="-15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800" spc="-10">
                <a:solidFill>
                  <a:srgbClr val="374552"/>
                </a:solidFill>
                <a:latin typeface="Trebuchet MS"/>
                <a:cs typeface="Trebuchet MS"/>
              </a:rPr>
              <a:t>region.</a:t>
            </a:r>
            <a:endParaRPr sz="800">
              <a:latin typeface="Trebuchet MS"/>
              <a:cs typeface="Trebuchet MS"/>
            </a:endParaRPr>
          </a:p>
        </p:txBody>
      </p:sp>
      <p:pic>
        <p:nvPicPr>
          <p:cNvPr id="9" name="object 9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5848350" y="1581149"/>
            <a:ext cx="3228974" cy="3228974"/>
          </a:xfrm>
          <a:prstGeom prst="rect">
            <a:avLst/>
          </a:prstGeom>
        </p:spPr>
      </p:pic>
      <p:sp>
        <p:nvSpPr>
          <p:cNvPr id="10" name="object 10"/>
          <p:cNvSpPr/>
          <p:nvPr/>
        </p:nvSpPr>
        <p:spPr>
          <a:xfrm>
            <a:off x="5848350" y="5200651"/>
            <a:ext cx="28575" cy="28575"/>
          </a:xfrm>
          <a:custGeom>
            <a:avLst/>
            <a:gdLst/>
            <a:ahLst/>
            <a:cxnLst/>
            <a:rect l="l" t="t" r="r" b="b"/>
            <a:pathLst>
              <a:path w="28575" h="28575">
                <a:moveTo>
                  <a:pt x="16179" y="0"/>
                </a:moveTo>
                <a:lnTo>
                  <a:pt x="12395" y="0"/>
                </a:lnTo>
                <a:lnTo>
                  <a:pt x="10566" y="361"/>
                </a:lnTo>
                <a:lnTo>
                  <a:pt x="0" y="12392"/>
                </a:lnTo>
                <a:lnTo>
                  <a:pt x="0" y="16182"/>
                </a:lnTo>
                <a:lnTo>
                  <a:pt x="12395" y="28575"/>
                </a:lnTo>
                <a:lnTo>
                  <a:pt x="16179" y="28575"/>
                </a:lnTo>
                <a:lnTo>
                  <a:pt x="28575" y="16182"/>
                </a:lnTo>
                <a:lnTo>
                  <a:pt x="28575" y="14287"/>
                </a:lnTo>
                <a:lnTo>
                  <a:pt x="28575" y="12392"/>
                </a:lnTo>
                <a:lnTo>
                  <a:pt x="18008" y="361"/>
                </a:lnTo>
                <a:lnTo>
                  <a:pt x="16179" y="0"/>
                </a:lnTo>
                <a:close/>
              </a:path>
            </a:pathLst>
          </a:custGeom>
          <a:solidFill>
            <a:srgbClr val="374552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1" name="object 11"/>
          <p:cNvSpPr/>
          <p:nvPr/>
        </p:nvSpPr>
        <p:spPr>
          <a:xfrm>
            <a:off x="5848350" y="5343526"/>
            <a:ext cx="28575" cy="28575"/>
          </a:xfrm>
          <a:custGeom>
            <a:avLst/>
            <a:gdLst/>
            <a:ahLst/>
            <a:cxnLst/>
            <a:rect l="l" t="t" r="r" b="b"/>
            <a:pathLst>
              <a:path w="28575" h="28575">
                <a:moveTo>
                  <a:pt x="16179" y="0"/>
                </a:moveTo>
                <a:lnTo>
                  <a:pt x="12395" y="0"/>
                </a:lnTo>
                <a:lnTo>
                  <a:pt x="10566" y="361"/>
                </a:lnTo>
                <a:lnTo>
                  <a:pt x="0" y="12392"/>
                </a:lnTo>
                <a:lnTo>
                  <a:pt x="0" y="16177"/>
                </a:lnTo>
                <a:lnTo>
                  <a:pt x="12395" y="28575"/>
                </a:lnTo>
                <a:lnTo>
                  <a:pt x="16179" y="28575"/>
                </a:lnTo>
                <a:lnTo>
                  <a:pt x="28575" y="16177"/>
                </a:lnTo>
                <a:lnTo>
                  <a:pt x="28575" y="14287"/>
                </a:lnTo>
                <a:lnTo>
                  <a:pt x="28575" y="12392"/>
                </a:lnTo>
                <a:lnTo>
                  <a:pt x="18008" y="361"/>
                </a:lnTo>
                <a:lnTo>
                  <a:pt x="16179" y="0"/>
                </a:lnTo>
                <a:close/>
              </a:path>
            </a:pathLst>
          </a:custGeom>
          <a:solidFill>
            <a:srgbClr val="374552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2" name="object 12"/>
          <p:cNvSpPr txBox="1"/>
          <p:nvPr/>
        </p:nvSpPr>
        <p:spPr>
          <a:xfrm>
            <a:off x="5834748" y="4865344"/>
            <a:ext cx="2770505" cy="730250"/>
          </a:xfrm>
          <a:prstGeom prst="rect">
            <a:avLst/>
          </a:prstGeom>
        </p:spPr>
        <p:txBody>
          <a:bodyPr wrap="square" lIns="0" tIns="1143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dirty="0" sz="1200" spc="-80">
                <a:solidFill>
                  <a:srgbClr val="2D3B4E"/>
                </a:solidFill>
                <a:latin typeface="Verdana"/>
                <a:cs typeface="Verdana"/>
              </a:rPr>
              <a:t>West</a:t>
            </a:r>
            <a:r>
              <a:rPr dirty="0" sz="1200" spc="-30">
                <a:solidFill>
                  <a:srgbClr val="2D3B4E"/>
                </a:solidFill>
                <a:latin typeface="Verdana"/>
                <a:cs typeface="Verdana"/>
              </a:rPr>
              <a:t> </a:t>
            </a:r>
            <a:r>
              <a:rPr dirty="0" sz="1200" spc="-60">
                <a:solidFill>
                  <a:srgbClr val="2D3B4E"/>
                </a:solidFill>
                <a:latin typeface="Verdana"/>
                <a:cs typeface="Verdana"/>
              </a:rPr>
              <a:t>Coast</a:t>
            </a:r>
            <a:r>
              <a:rPr dirty="0" sz="1200" spc="-30">
                <a:solidFill>
                  <a:srgbClr val="2D3B4E"/>
                </a:solidFill>
                <a:latin typeface="Verdana"/>
                <a:cs typeface="Verdana"/>
              </a:rPr>
              <a:t> </a:t>
            </a:r>
            <a:r>
              <a:rPr dirty="0" sz="1200" spc="-10">
                <a:solidFill>
                  <a:srgbClr val="2D3B4E"/>
                </a:solidFill>
                <a:latin typeface="Verdana"/>
                <a:cs typeface="Verdana"/>
              </a:rPr>
              <a:t>Cluster</a:t>
            </a:r>
            <a:endParaRPr sz="1200">
              <a:latin typeface="Verdana"/>
              <a:cs typeface="Verdana"/>
            </a:endParaRPr>
          </a:p>
          <a:p>
            <a:pPr marL="173355" marR="1996439">
              <a:lnSpc>
                <a:spcPct val="117200"/>
              </a:lnSpc>
              <a:spcBef>
                <a:spcPts val="445"/>
              </a:spcBef>
            </a:pPr>
            <a:r>
              <a:rPr dirty="0" sz="800" spc="-20">
                <a:solidFill>
                  <a:srgbClr val="374552"/>
                </a:solidFill>
                <a:latin typeface="Trebuchet MS"/>
                <a:cs typeface="Trebuchet MS"/>
              </a:rPr>
              <a:t>Garland</a:t>
            </a:r>
            <a:r>
              <a:rPr dirty="0" sz="800" spc="10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800" spc="-35">
                <a:solidFill>
                  <a:srgbClr val="374552"/>
                </a:solidFill>
                <a:latin typeface="Trebuchet MS"/>
                <a:cs typeface="Trebuchet MS"/>
              </a:rPr>
              <a:t>DC </a:t>
            </a:r>
            <a:r>
              <a:rPr dirty="0" sz="800" spc="-20">
                <a:solidFill>
                  <a:srgbClr val="374552"/>
                </a:solidFill>
                <a:latin typeface="Trebuchet MS"/>
                <a:cs typeface="Trebuchet MS"/>
              </a:rPr>
              <a:t>Lewisville</a:t>
            </a:r>
            <a:r>
              <a:rPr dirty="0" sz="800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800" spc="-25">
                <a:solidFill>
                  <a:srgbClr val="374552"/>
                </a:solidFill>
                <a:latin typeface="Trebuchet MS"/>
                <a:cs typeface="Trebuchet MS"/>
              </a:rPr>
              <a:t>DC</a:t>
            </a:r>
            <a:endParaRPr sz="800">
              <a:latin typeface="Trebuchet MS"/>
              <a:cs typeface="Trebuchet MS"/>
            </a:endParaRPr>
          </a:p>
          <a:p>
            <a:pPr marL="12700">
              <a:lnSpc>
                <a:spcPct val="100000"/>
              </a:lnSpc>
              <a:spcBef>
                <a:spcPts val="465"/>
              </a:spcBef>
            </a:pPr>
            <a:r>
              <a:rPr dirty="0" sz="800" spc="-40">
                <a:solidFill>
                  <a:srgbClr val="374552"/>
                </a:solidFill>
                <a:latin typeface="Trebuchet MS"/>
                <a:cs typeface="Trebuchet MS"/>
              </a:rPr>
              <a:t>Similarly,</a:t>
            </a:r>
            <a:r>
              <a:rPr dirty="0" sz="800" spc="-10">
                <a:solidFill>
                  <a:srgbClr val="374552"/>
                </a:solidFill>
                <a:latin typeface="Trebuchet MS"/>
                <a:cs typeface="Trebuchet MS"/>
              </a:rPr>
              <a:t> these</a:t>
            </a:r>
            <a:r>
              <a:rPr dirty="0" sz="800" spc="-5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800" spc="-20">
                <a:solidFill>
                  <a:srgbClr val="374552"/>
                </a:solidFill>
                <a:latin typeface="Trebuchet MS"/>
                <a:cs typeface="Trebuchet MS"/>
              </a:rPr>
              <a:t>two</a:t>
            </a:r>
            <a:r>
              <a:rPr dirty="0" sz="800" spc="-5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800">
                <a:solidFill>
                  <a:srgbClr val="374552"/>
                </a:solidFill>
                <a:latin typeface="Trebuchet MS"/>
                <a:cs typeface="Trebuchet MS"/>
              </a:rPr>
              <a:t>DCs</a:t>
            </a:r>
            <a:r>
              <a:rPr dirty="0" sz="800" spc="-5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800" spc="-40">
                <a:solidFill>
                  <a:srgbClr val="374552"/>
                </a:solidFill>
                <a:latin typeface="Trebuchet MS"/>
                <a:cs typeface="Trebuchet MS"/>
              </a:rPr>
              <a:t>will</a:t>
            </a:r>
            <a:r>
              <a:rPr dirty="0" sz="800" spc="-5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800">
                <a:solidFill>
                  <a:srgbClr val="374552"/>
                </a:solidFill>
                <a:latin typeface="Trebuchet MS"/>
                <a:cs typeface="Trebuchet MS"/>
              </a:rPr>
              <a:t>comprise</a:t>
            </a:r>
            <a:r>
              <a:rPr dirty="0" sz="800" spc="-5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800" spc="-30">
                <a:solidFill>
                  <a:srgbClr val="374552"/>
                </a:solidFill>
                <a:latin typeface="Trebuchet MS"/>
                <a:cs typeface="Trebuchet MS"/>
              </a:rPr>
              <a:t>the</a:t>
            </a:r>
            <a:r>
              <a:rPr dirty="0" sz="800" spc="-5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800">
                <a:solidFill>
                  <a:srgbClr val="374552"/>
                </a:solidFill>
                <a:latin typeface="Trebuchet MS"/>
                <a:cs typeface="Trebuchet MS"/>
              </a:rPr>
              <a:t>West</a:t>
            </a:r>
            <a:r>
              <a:rPr dirty="0" sz="800" spc="-5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800">
                <a:solidFill>
                  <a:srgbClr val="374552"/>
                </a:solidFill>
                <a:latin typeface="Trebuchet MS"/>
                <a:cs typeface="Trebuchet MS"/>
              </a:rPr>
              <a:t>Coast</a:t>
            </a:r>
            <a:r>
              <a:rPr dirty="0" sz="800" spc="-5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800" spc="-10">
                <a:solidFill>
                  <a:srgbClr val="374552"/>
                </a:solidFill>
                <a:latin typeface="Trebuchet MS"/>
                <a:cs typeface="Trebuchet MS"/>
              </a:rPr>
              <a:t>cluster.</a:t>
            </a:r>
            <a:endParaRPr sz="800">
              <a:latin typeface="Trebuchet MS"/>
              <a:cs typeface="Trebuchet MS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607453" y="5706301"/>
            <a:ext cx="9267825" cy="146685"/>
          </a:xfrm>
          <a:prstGeom prst="rect">
            <a:avLst/>
          </a:prstGeom>
        </p:spPr>
        <p:txBody>
          <a:bodyPr wrap="square" lIns="0" tIns="1143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dirty="0" sz="800">
                <a:solidFill>
                  <a:srgbClr val="374552"/>
                </a:solidFill>
                <a:latin typeface="Trebuchet MS"/>
                <a:cs typeface="Trebuchet MS"/>
              </a:rPr>
              <a:t>Cross-Cluster</a:t>
            </a:r>
            <a:r>
              <a:rPr dirty="0" sz="800" spc="-5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800" spc="-20">
                <a:solidFill>
                  <a:srgbClr val="374552"/>
                </a:solidFill>
                <a:latin typeface="Trebuchet MS"/>
                <a:cs typeface="Trebuchet MS"/>
              </a:rPr>
              <a:t>Replication</a:t>
            </a:r>
            <a:r>
              <a:rPr dirty="0" sz="800" spc="-5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800">
                <a:solidFill>
                  <a:srgbClr val="374552"/>
                </a:solidFill>
                <a:latin typeface="Trebuchet MS"/>
                <a:cs typeface="Trebuchet MS"/>
              </a:rPr>
              <a:t>(CCR)</a:t>
            </a:r>
            <a:r>
              <a:rPr dirty="0" sz="800" spc="-5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800" spc="-40">
                <a:solidFill>
                  <a:srgbClr val="374552"/>
                </a:solidFill>
                <a:latin typeface="Trebuchet MS"/>
                <a:cs typeface="Trebuchet MS"/>
              </a:rPr>
              <a:t>will</a:t>
            </a:r>
            <a:r>
              <a:rPr dirty="0" sz="800" spc="-5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800" spc="-20">
                <a:solidFill>
                  <a:srgbClr val="374552"/>
                </a:solidFill>
                <a:latin typeface="Trebuchet MS"/>
                <a:cs typeface="Trebuchet MS"/>
              </a:rPr>
              <a:t>be</a:t>
            </a:r>
            <a:r>
              <a:rPr dirty="0" sz="800" spc="-5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800" spc="-10">
                <a:solidFill>
                  <a:srgbClr val="374552"/>
                </a:solidFill>
                <a:latin typeface="Trebuchet MS"/>
                <a:cs typeface="Trebuchet MS"/>
              </a:rPr>
              <a:t>established</a:t>
            </a:r>
            <a:r>
              <a:rPr dirty="0" sz="800" spc="-5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800" spc="-25">
                <a:solidFill>
                  <a:srgbClr val="374552"/>
                </a:solidFill>
                <a:latin typeface="Trebuchet MS"/>
                <a:cs typeface="Trebuchet MS"/>
              </a:rPr>
              <a:t>between</a:t>
            </a:r>
            <a:r>
              <a:rPr dirty="0" sz="800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800" spc="-30">
                <a:solidFill>
                  <a:srgbClr val="374552"/>
                </a:solidFill>
                <a:latin typeface="Trebuchet MS"/>
                <a:cs typeface="Trebuchet MS"/>
              </a:rPr>
              <a:t>the</a:t>
            </a:r>
            <a:r>
              <a:rPr dirty="0" sz="800" spc="-5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800">
                <a:solidFill>
                  <a:srgbClr val="374552"/>
                </a:solidFill>
                <a:latin typeface="Trebuchet MS"/>
                <a:cs typeface="Trebuchet MS"/>
              </a:rPr>
              <a:t>East</a:t>
            </a:r>
            <a:r>
              <a:rPr dirty="0" sz="800" spc="-5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800">
                <a:solidFill>
                  <a:srgbClr val="374552"/>
                </a:solidFill>
                <a:latin typeface="Trebuchet MS"/>
                <a:cs typeface="Trebuchet MS"/>
              </a:rPr>
              <a:t>Coast</a:t>
            </a:r>
            <a:r>
              <a:rPr dirty="0" sz="800" spc="-5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800">
                <a:solidFill>
                  <a:srgbClr val="374552"/>
                </a:solidFill>
                <a:latin typeface="Trebuchet MS"/>
                <a:cs typeface="Trebuchet MS"/>
              </a:rPr>
              <a:t>and</a:t>
            </a:r>
            <a:r>
              <a:rPr dirty="0" sz="800" spc="-5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800">
                <a:solidFill>
                  <a:srgbClr val="374552"/>
                </a:solidFill>
                <a:latin typeface="Trebuchet MS"/>
                <a:cs typeface="Trebuchet MS"/>
              </a:rPr>
              <a:t>West</a:t>
            </a:r>
            <a:r>
              <a:rPr dirty="0" sz="800" spc="-5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800">
                <a:solidFill>
                  <a:srgbClr val="374552"/>
                </a:solidFill>
                <a:latin typeface="Trebuchet MS"/>
                <a:cs typeface="Trebuchet MS"/>
              </a:rPr>
              <a:t>Coast regions</a:t>
            </a:r>
            <a:r>
              <a:rPr dirty="0" sz="800" spc="-5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800" spc="-20">
                <a:solidFill>
                  <a:srgbClr val="374552"/>
                </a:solidFill>
                <a:latin typeface="Trebuchet MS"/>
                <a:cs typeface="Trebuchet MS"/>
              </a:rPr>
              <a:t>to</a:t>
            </a:r>
            <a:r>
              <a:rPr dirty="0" sz="800" spc="-5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800">
                <a:solidFill>
                  <a:srgbClr val="374552"/>
                </a:solidFill>
                <a:latin typeface="Trebuchet MS"/>
                <a:cs typeface="Trebuchet MS"/>
              </a:rPr>
              <a:t>ensure</a:t>
            </a:r>
            <a:r>
              <a:rPr dirty="0" sz="800" spc="-5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800" spc="-20">
                <a:solidFill>
                  <a:srgbClr val="374552"/>
                </a:solidFill>
                <a:latin typeface="Trebuchet MS"/>
                <a:cs typeface="Trebuchet MS"/>
              </a:rPr>
              <a:t>data</a:t>
            </a:r>
            <a:r>
              <a:rPr dirty="0" sz="800" spc="-5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800" spc="-10">
                <a:solidFill>
                  <a:srgbClr val="374552"/>
                </a:solidFill>
                <a:latin typeface="Trebuchet MS"/>
                <a:cs typeface="Trebuchet MS"/>
              </a:rPr>
              <a:t>synchronization</a:t>
            </a:r>
            <a:r>
              <a:rPr dirty="0" sz="800" spc="-5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800">
                <a:solidFill>
                  <a:srgbClr val="374552"/>
                </a:solidFill>
                <a:latin typeface="Trebuchet MS"/>
                <a:cs typeface="Trebuchet MS"/>
              </a:rPr>
              <a:t>and disaster</a:t>
            </a:r>
            <a:r>
              <a:rPr dirty="0" sz="800" spc="-5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800" spc="-25">
                <a:solidFill>
                  <a:srgbClr val="374552"/>
                </a:solidFill>
                <a:latin typeface="Trebuchet MS"/>
                <a:cs typeface="Trebuchet MS"/>
              </a:rPr>
              <a:t>recovery</a:t>
            </a:r>
            <a:r>
              <a:rPr dirty="0" sz="800" spc="-5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800" spc="-20">
                <a:solidFill>
                  <a:srgbClr val="374552"/>
                </a:solidFill>
                <a:latin typeface="Trebuchet MS"/>
                <a:cs typeface="Trebuchet MS"/>
              </a:rPr>
              <a:t>capabilities</a:t>
            </a:r>
            <a:r>
              <a:rPr dirty="0" sz="800" spc="-5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800">
                <a:solidFill>
                  <a:srgbClr val="374552"/>
                </a:solidFill>
                <a:latin typeface="Trebuchet MS"/>
                <a:cs typeface="Trebuchet MS"/>
              </a:rPr>
              <a:t>across</a:t>
            </a:r>
            <a:r>
              <a:rPr dirty="0" sz="800" spc="-5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800" spc="-20">
                <a:solidFill>
                  <a:srgbClr val="374552"/>
                </a:solidFill>
                <a:latin typeface="Trebuchet MS"/>
                <a:cs typeface="Trebuchet MS"/>
              </a:rPr>
              <a:t>geographically</a:t>
            </a:r>
            <a:r>
              <a:rPr dirty="0" sz="800" spc="-5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800">
                <a:solidFill>
                  <a:srgbClr val="374552"/>
                </a:solidFill>
                <a:latin typeface="Trebuchet MS"/>
                <a:cs typeface="Trebuchet MS"/>
              </a:rPr>
              <a:t>dispersed </a:t>
            </a:r>
            <a:r>
              <a:rPr dirty="0" sz="800" spc="-10">
                <a:solidFill>
                  <a:srgbClr val="374552"/>
                </a:solidFill>
                <a:latin typeface="Trebuchet MS"/>
                <a:cs typeface="Trebuchet MS"/>
              </a:rPr>
              <a:t>clusters.</a:t>
            </a:r>
            <a:endParaRPr sz="800">
              <a:latin typeface="Trebuchet MS"/>
              <a:cs typeface="Trebuchet MS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/>
        </p:spPr>
        <p:txBody>
          <a:bodyPr wrap="square" lIns="0" tIns="45719" rIns="0" bIns="0" rtlCol="0" vert="horz">
            <a:spAutoFit/>
          </a:bodyPr>
          <a:lstStyle/>
          <a:p>
            <a:pPr marL="13970">
              <a:lnSpc>
                <a:spcPct val="100000"/>
              </a:lnSpc>
              <a:spcBef>
                <a:spcPts val="359"/>
              </a:spcBef>
            </a:pPr>
            <a:r>
              <a:rPr dirty="0" spc="-65"/>
              <a:t>Problem</a:t>
            </a:r>
            <a:r>
              <a:rPr dirty="0" spc="20"/>
              <a:t> </a:t>
            </a:r>
            <a:r>
              <a:rPr dirty="0" spc="-114"/>
              <a:t>Statement:</a:t>
            </a:r>
            <a:r>
              <a:rPr dirty="0" spc="25"/>
              <a:t> </a:t>
            </a:r>
            <a:r>
              <a:rPr dirty="0" spc="-45"/>
              <a:t>Non-</a:t>
            </a:r>
            <a:r>
              <a:rPr dirty="0" spc="-10"/>
              <a:t>Production</a:t>
            </a:r>
          </a:p>
          <a:p>
            <a:pPr marL="13970" marR="5080">
              <a:lnSpc>
                <a:spcPct val="104500"/>
              </a:lnSpc>
              <a:spcBef>
                <a:spcPts val="309"/>
              </a:spcBef>
            </a:pPr>
            <a:r>
              <a:rPr dirty="0" sz="3050" spc="-195"/>
              <a:t>Streamlined</a:t>
            </a:r>
            <a:r>
              <a:rPr dirty="0" sz="3050" spc="-85"/>
              <a:t> </a:t>
            </a:r>
            <a:r>
              <a:rPr dirty="0" sz="3050" spc="-100"/>
              <a:t>Non-</a:t>
            </a:r>
            <a:r>
              <a:rPr dirty="0" sz="3050" spc="-140"/>
              <a:t>Prod</a:t>
            </a:r>
            <a:r>
              <a:rPr dirty="0" sz="3050" spc="-85"/>
              <a:t> </a:t>
            </a:r>
            <a:r>
              <a:rPr dirty="0" sz="3050" spc="-204"/>
              <a:t>Environments</a:t>
            </a:r>
            <a:r>
              <a:rPr dirty="0" sz="3050" spc="-90"/>
              <a:t> </a:t>
            </a:r>
            <a:r>
              <a:rPr dirty="0" sz="3050" spc="-130"/>
              <a:t>for</a:t>
            </a:r>
            <a:r>
              <a:rPr dirty="0" sz="3050" spc="-85"/>
              <a:t> </a:t>
            </a:r>
            <a:r>
              <a:rPr dirty="0" sz="3050" spc="-190"/>
              <a:t>Development</a:t>
            </a:r>
            <a:r>
              <a:rPr dirty="0" sz="3050" spc="-85"/>
              <a:t> </a:t>
            </a:r>
            <a:r>
              <a:rPr dirty="0" sz="3050" spc="-50"/>
              <a:t>&amp; </a:t>
            </a:r>
            <a:r>
              <a:rPr dirty="0" sz="3050" spc="-55"/>
              <a:t>Testing</a:t>
            </a:r>
            <a:endParaRPr sz="3050"/>
          </a:p>
        </p:txBody>
      </p:sp>
      <p:sp>
        <p:nvSpPr>
          <p:cNvPr id="3" name="object 3"/>
          <p:cNvSpPr txBox="1"/>
          <p:nvPr/>
        </p:nvSpPr>
        <p:spPr>
          <a:xfrm>
            <a:off x="607466" y="1970918"/>
            <a:ext cx="10207625" cy="720725"/>
          </a:xfrm>
          <a:prstGeom prst="rect">
            <a:avLst/>
          </a:prstGeom>
        </p:spPr>
        <p:txBody>
          <a:bodyPr wrap="square" lIns="0" tIns="6985" rIns="0" bIns="0" rtlCol="0" vert="horz">
            <a:spAutoFit/>
          </a:bodyPr>
          <a:lstStyle/>
          <a:p>
            <a:pPr marL="12700" marR="5080" indent="-635">
              <a:lnSpc>
                <a:spcPct val="127600"/>
              </a:lnSpc>
              <a:spcBef>
                <a:spcPts val="55"/>
              </a:spcBef>
            </a:pPr>
            <a:r>
              <a:rPr dirty="0" sz="1200" spc="-10">
                <a:solidFill>
                  <a:srgbClr val="374552"/>
                </a:solidFill>
                <a:latin typeface="Trebuchet MS"/>
                <a:cs typeface="Trebuchet MS"/>
              </a:rPr>
              <a:t>Unlike</a:t>
            </a:r>
            <a:r>
              <a:rPr dirty="0" sz="1200" spc="5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1200" spc="-25">
                <a:solidFill>
                  <a:srgbClr val="374552"/>
                </a:solidFill>
                <a:latin typeface="Trebuchet MS"/>
                <a:cs typeface="Trebuchet MS"/>
              </a:rPr>
              <a:t>production,</a:t>
            </a:r>
            <a:r>
              <a:rPr dirty="0" sz="1200" spc="5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1200">
                <a:solidFill>
                  <a:srgbClr val="374552"/>
                </a:solidFill>
                <a:latin typeface="Trebuchet MS"/>
                <a:cs typeface="Trebuchet MS"/>
              </a:rPr>
              <a:t>non-</a:t>
            </a:r>
            <a:r>
              <a:rPr dirty="0" sz="1200" spc="-10">
                <a:solidFill>
                  <a:srgbClr val="374552"/>
                </a:solidFill>
                <a:latin typeface="Trebuchet MS"/>
                <a:cs typeface="Trebuchet MS"/>
              </a:rPr>
              <a:t>production</a:t>
            </a:r>
            <a:r>
              <a:rPr dirty="0" sz="1200" spc="5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1200">
                <a:solidFill>
                  <a:srgbClr val="374552"/>
                </a:solidFill>
                <a:latin typeface="Trebuchet MS"/>
                <a:cs typeface="Trebuchet MS"/>
              </a:rPr>
              <a:t>Elasticsearch</a:t>
            </a:r>
            <a:r>
              <a:rPr dirty="0" sz="1200" spc="5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1200">
                <a:solidFill>
                  <a:srgbClr val="374552"/>
                </a:solidFill>
                <a:latin typeface="Trebuchet MS"/>
                <a:cs typeface="Trebuchet MS"/>
              </a:rPr>
              <a:t>environments</a:t>
            </a:r>
            <a:r>
              <a:rPr dirty="0" sz="1200" spc="5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1200" spc="-10">
                <a:solidFill>
                  <a:srgbClr val="374552"/>
                </a:solidFill>
                <a:latin typeface="Trebuchet MS"/>
                <a:cs typeface="Trebuchet MS"/>
              </a:rPr>
              <a:t>for</a:t>
            </a:r>
            <a:r>
              <a:rPr dirty="0" sz="1200" spc="5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1200" spc="-35">
                <a:solidFill>
                  <a:srgbClr val="374552"/>
                </a:solidFill>
                <a:latin typeface="Trebuchet MS"/>
                <a:cs typeface="Trebuchet MS"/>
              </a:rPr>
              <a:t>the</a:t>
            </a:r>
            <a:r>
              <a:rPr dirty="0" sz="1200" spc="5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1200">
                <a:solidFill>
                  <a:srgbClr val="374552"/>
                </a:solidFill>
                <a:latin typeface="Trebuchet MS"/>
                <a:cs typeface="Trebuchet MS"/>
              </a:rPr>
              <a:t>GRDA</a:t>
            </a:r>
            <a:r>
              <a:rPr dirty="0" sz="1200" spc="10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1200" spc="-10">
                <a:solidFill>
                  <a:srgbClr val="374552"/>
                </a:solidFill>
                <a:latin typeface="Trebuchet MS"/>
                <a:cs typeface="Trebuchet MS"/>
              </a:rPr>
              <a:t>application</a:t>
            </a:r>
            <a:r>
              <a:rPr dirty="0" sz="1200" spc="5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1200" spc="-45">
                <a:solidFill>
                  <a:srgbClr val="374552"/>
                </a:solidFill>
                <a:latin typeface="Trebuchet MS"/>
                <a:cs typeface="Trebuchet MS"/>
              </a:rPr>
              <a:t>will</a:t>
            </a:r>
            <a:r>
              <a:rPr dirty="0" sz="1200" spc="5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1200">
                <a:solidFill>
                  <a:srgbClr val="374552"/>
                </a:solidFill>
                <a:latin typeface="Trebuchet MS"/>
                <a:cs typeface="Trebuchet MS"/>
              </a:rPr>
              <a:t>not</a:t>
            </a:r>
            <a:r>
              <a:rPr dirty="0" sz="1200" spc="5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1200" spc="-35">
                <a:solidFill>
                  <a:srgbClr val="374552"/>
                </a:solidFill>
                <a:latin typeface="Trebuchet MS"/>
                <a:cs typeface="Trebuchet MS"/>
              </a:rPr>
              <a:t>inherit</a:t>
            </a:r>
            <a:r>
              <a:rPr dirty="0" sz="1200" spc="5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1200" spc="-35">
                <a:solidFill>
                  <a:srgbClr val="374552"/>
                </a:solidFill>
                <a:latin typeface="Trebuchet MS"/>
                <a:cs typeface="Trebuchet MS"/>
              </a:rPr>
              <a:t>the</a:t>
            </a:r>
            <a:r>
              <a:rPr dirty="0" sz="1200" spc="5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1200">
                <a:solidFill>
                  <a:srgbClr val="374552"/>
                </a:solidFill>
                <a:latin typeface="Trebuchet MS"/>
                <a:cs typeface="Trebuchet MS"/>
              </a:rPr>
              <a:t>complex</a:t>
            </a:r>
            <a:r>
              <a:rPr dirty="0" sz="1200" spc="5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1200">
                <a:solidFill>
                  <a:srgbClr val="374552"/>
                </a:solidFill>
                <a:latin typeface="Trebuchet MS"/>
                <a:cs typeface="Trebuchet MS"/>
              </a:rPr>
              <a:t>high-</a:t>
            </a:r>
            <a:r>
              <a:rPr dirty="0" sz="1200" spc="-30">
                <a:solidFill>
                  <a:srgbClr val="374552"/>
                </a:solidFill>
                <a:latin typeface="Trebuchet MS"/>
                <a:cs typeface="Trebuchet MS"/>
              </a:rPr>
              <a:t>availability</a:t>
            </a:r>
            <a:r>
              <a:rPr dirty="0" sz="1200" spc="5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1200">
                <a:solidFill>
                  <a:srgbClr val="374552"/>
                </a:solidFill>
                <a:latin typeface="Trebuchet MS"/>
                <a:cs typeface="Trebuchet MS"/>
              </a:rPr>
              <a:t>setups.</a:t>
            </a:r>
            <a:r>
              <a:rPr dirty="0" sz="1200" spc="-20">
                <a:solidFill>
                  <a:srgbClr val="374552"/>
                </a:solidFill>
                <a:latin typeface="Trebuchet MS"/>
                <a:cs typeface="Trebuchet MS"/>
              </a:rPr>
              <a:t> This </a:t>
            </a:r>
            <a:r>
              <a:rPr dirty="0" sz="1200">
                <a:solidFill>
                  <a:srgbClr val="374552"/>
                </a:solidFill>
                <a:latin typeface="Trebuchet MS"/>
                <a:cs typeface="Trebuchet MS"/>
              </a:rPr>
              <a:t>simplified</a:t>
            </a:r>
            <a:r>
              <a:rPr dirty="0" sz="1200" spc="-15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1200" spc="-20">
                <a:solidFill>
                  <a:srgbClr val="374552"/>
                </a:solidFill>
                <a:latin typeface="Trebuchet MS"/>
                <a:cs typeface="Trebuchet MS"/>
              </a:rPr>
              <a:t>architecture</a:t>
            </a:r>
            <a:r>
              <a:rPr dirty="0" sz="1200" spc="-10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1200">
                <a:solidFill>
                  <a:srgbClr val="374552"/>
                </a:solidFill>
                <a:latin typeface="Trebuchet MS"/>
                <a:cs typeface="Trebuchet MS"/>
              </a:rPr>
              <a:t>aims</a:t>
            </a:r>
            <a:r>
              <a:rPr dirty="0" sz="1200" spc="-15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1200" spc="-20">
                <a:solidFill>
                  <a:srgbClr val="374552"/>
                </a:solidFill>
                <a:latin typeface="Trebuchet MS"/>
                <a:cs typeface="Trebuchet MS"/>
              </a:rPr>
              <a:t>to</a:t>
            </a:r>
            <a:r>
              <a:rPr dirty="0" sz="1200" spc="-10">
                <a:solidFill>
                  <a:srgbClr val="374552"/>
                </a:solidFill>
                <a:latin typeface="Trebuchet MS"/>
                <a:cs typeface="Trebuchet MS"/>
              </a:rPr>
              <a:t> provide</a:t>
            </a:r>
            <a:r>
              <a:rPr dirty="0" sz="1200" spc="-15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1200" spc="-20">
                <a:solidFill>
                  <a:srgbClr val="374552"/>
                </a:solidFill>
                <a:latin typeface="Trebuchet MS"/>
                <a:cs typeface="Trebuchet MS"/>
              </a:rPr>
              <a:t>dedicated,</a:t>
            </a:r>
            <a:r>
              <a:rPr dirty="0" sz="1200" spc="-10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1200">
                <a:solidFill>
                  <a:srgbClr val="374552"/>
                </a:solidFill>
                <a:latin typeface="Trebuchet MS"/>
                <a:cs typeface="Trebuchet MS"/>
              </a:rPr>
              <a:t>isolated</a:t>
            </a:r>
            <a:r>
              <a:rPr dirty="0" sz="1200" spc="-15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1200">
                <a:solidFill>
                  <a:srgbClr val="374552"/>
                </a:solidFill>
                <a:latin typeface="Trebuchet MS"/>
                <a:cs typeface="Trebuchet MS"/>
              </a:rPr>
              <a:t>environments</a:t>
            </a:r>
            <a:r>
              <a:rPr dirty="0" sz="1200" spc="-10">
                <a:solidFill>
                  <a:srgbClr val="374552"/>
                </a:solidFill>
                <a:latin typeface="Trebuchet MS"/>
                <a:cs typeface="Trebuchet MS"/>
              </a:rPr>
              <a:t> for</a:t>
            </a:r>
            <a:r>
              <a:rPr dirty="0" sz="1200" spc="-15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1200" spc="-20">
                <a:solidFill>
                  <a:srgbClr val="374552"/>
                </a:solidFill>
                <a:latin typeface="Trebuchet MS"/>
                <a:cs typeface="Trebuchet MS"/>
              </a:rPr>
              <a:t>development,</a:t>
            </a:r>
            <a:r>
              <a:rPr dirty="0" sz="1200" spc="-10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1200" spc="-25">
                <a:solidFill>
                  <a:srgbClr val="374552"/>
                </a:solidFill>
                <a:latin typeface="Trebuchet MS"/>
                <a:cs typeface="Trebuchet MS"/>
              </a:rPr>
              <a:t>testing,</a:t>
            </a:r>
            <a:r>
              <a:rPr dirty="0" sz="1200" spc="-15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1200">
                <a:solidFill>
                  <a:srgbClr val="374552"/>
                </a:solidFill>
                <a:latin typeface="Trebuchet MS"/>
                <a:cs typeface="Trebuchet MS"/>
              </a:rPr>
              <a:t>and</a:t>
            </a:r>
            <a:r>
              <a:rPr dirty="0" sz="1200" spc="-10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1200">
                <a:solidFill>
                  <a:srgbClr val="374552"/>
                </a:solidFill>
                <a:latin typeface="Trebuchet MS"/>
                <a:cs typeface="Trebuchet MS"/>
              </a:rPr>
              <a:t>user</a:t>
            </a:r>
            <a:r>
              <a:rPr dirty="0" sz="1200" spc="-10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1200">
                <a:solidFill>
                  <a:srgbClr val="374552"/>
                </a:solidFill>
                <a:latin typeface="Trebuchet MS"/>
                <a:cs typeface="Trebuchet MS"/>
              </a:rPr>
              <a:t>acceptance</a:t>
            </a:r>
            <a:r>
              <a:rPr dirty="0" sz="1200" spc="-15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1200" spc="50">
                <a:solidFill>
                  <a:srgbClr val="374552"/>
                </a:solidFill>
                <a:latin typeface="Trebuchet MS"/>
                <a:cs typeface="Trebuchet MS"/>
              </a:rPr>
              <a:t>phases</a:t>
            </a:r>
            <a:r>
              <a:rPr dirty="0" sz="1200" spc="-10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1200" spc="-20">
                <a:solidFill>
                  <a:srgbClr val="374552"/>
                </a:solidFill>
                <a:latin typeface="Trebuchet MS"/>
                <a:cs typeface="Trebuchet MS"/>
              </a:rPr>
              <a:t>without</a:t>
            </a:r>
            <a:r>
              <a:rPr dirty="0" sz="1200" spc="-15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1200" spc="-35">
                <a:solidFill>
                  <a:srgbClr val="374552"/>
                </a:solidFill>
                <a:latin typeface="Trebuchet MS"/>
                <a:cs typeface="Trebuchet MS"/>
              </a:rPr>
              <a:t>the</a:t>
            </a:r>
            <a:r>
              <a:rPr dirty="0" sz="1200" spc="-10">
                <a:solidFill>
                  <a:srgbClr val="374552"/>
                </a:solidFill>
                <a:latin typeface="Trebuchet MS"/>
                <a:cs typeface="Trebuchet MS"/>
              </a:rPr>
              <a:t> overhead </a:t>
            </a:r>
            <a:r>
              <a:rPr dirty="0" sz="1200">
                <a:solidFill>
                  <a:srgbClr val="374552"/>
                </a:solidFill>
                <a:latin typeface="Trebuchet MS"/>
                <a:cs typeface="Trebuchet MS"/>
              </a:rPr>
              <a:t>of</a:t>
            </a:r>
            <a:r>
              <a:rPr dirty="0" sz="1200" spc="-40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1200" spc="-20">
                <a:solidFill>
                  <a:srgbClr val="374552"/>
                </a:solidFill>
                <a:latin typeface="Trebuchet MS"/>
                <a:cs typeface="Trebuchet MS"/>
              </a:rPr>
              <a:t>CCR.</a:t>
            </a:r>
            <a:endParaRPr sz="1200">
              <a:latin typeface="Trebuchet MS"/>
              <a:cs typeface="Trebuchet MS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619124" y="2895600"/>
            <a:ext cx="3295650" cy="2619375"/>
            <a:chOff x="619124" y="2895600"/>
            <a:chExt cx="3295650" cy="2619375"/>
          </a:xfrm>
        </p:grpSpPr>
        <p:sp>
          <p:nvSpPr>
            <p:cNvPr id="5" name="object 5"/>
            <p:cNvSpPr/>
            <p:nvPr/>
          </p:nvSpPr>
          <p:spPr>
            <a:xfrm>
              <a:off x="628649" y="3124199"/>
              <a:ext cx="3276600" cy="2381250"/>
            </a:xfrm>
            <a:custGeom>
              <a:avLst/>
              <a:gdLst/>
              <a:ahLst/>
              <a:cxnLst/>
              <a:rect l="l" t="t" r="r" b="b"/>
              <a:pathLst>
                <a:path w="3276600" h="2381250">
                  <a:moveTo>
                    <a:pt x="3214306" y="0"/>
                  </a:moveTo>
                  <a:lnTo>
                    <a:pt x="62299" y="0"/>
                  </a:lnTo>
                  <a:lnTo>
                    <a:pt x="57964" y="482"/>
                  </a:lnTo>
                  <a:lnTo>
                    <a:pt x="22622" y="18783"/>
                  </a:lnTo>
                  <a:lnTo>
                    <a:pt x="2133" y="56426"/>
                  </a:lnTo>
                  <a:lnTo>
                    <a:pt x="0" y="71196"/>
                  </a:lnTo>
                  <a:lnTo>
                    <a:pt x="0" y="2336502"/>
                  </a:lnTo>
                  <a:lnTo>
                    <a:pt x="0" y="2342436"/>
                  </a:lnTo>
                  <a:lnTo>
                    <a:pt x="22141" y="2375570"/>
                  </a:lnTo>
                  <a:lnTo>
                    <a:pt x="38809" y="2381246"/>
                  </a:lnTo>
                  <a:lnTo>
                    <a:pt x="3237788" y="2381246"/>
                  </a:lnTo>
                  <a:lnTo>
                    <a:pt x="3270923" y="2359110"/>
                  </a:lnTo>
                  <a:lnTo>
                    <a:pt x="3276600" y="2342436"/>
                  </a:lnTo>
                  <a:lnTo>
                    <a:pt x="3276600" y="71196"/>
                  </a:lnTo>
                  <a:lnTo>
                    <a:pt x="3262934" y="29705"/>
                  </a:lnTo>
                  <a:lnTo>
                    <a:pt x="3231400" y="3886"/>
                  </a:lnTo>
                  <a:lnTo>
                    <a:pt x="3218637" y="482"/>
                  </a:lnTo>
                  <a:lnTo>
                    <a:pt x="3214306" y="0"/>
                  </a:lnTo>
                  <a:close/>
                </a:path>
              </a:pathLst>
            </a:custGeom>
            <a:solidFill>
              <a:srgbClr val="F9F9F5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6" name="object 6"/>
            <p:cNvSpPr/>
            <p:nvPr/>
          </p:nvSpPr>
          <p:spPr>
            <a:xfrm>
              <a:off x="619112" y="3125050"/>
              <a:ext cx="3295650" cy="2390140"/>
            </a:xfrm>
            <a:custGeom>
              <a:avLst/>
              <a:gdLst/>
              <a:ahLst/>
              <a:cxnLst/>
              <a:rect l="l" t="t" r="r" b="b"/>
              <a:pathLst>
                <a:path w="3295650" h="2390140">
                  <a:moveTo>
                    <a:pt x="3295650" y="75361"/>
                  </a:moveTo>
                  <a:lnTo>
                    <a:pt x="3282823" y="33020"/>
                  </a:lnTo>
                  <a:lnTo>
                    <a:pt x="3248609" y="4965"/>
                  </a:lnTo>
                  <a:lnTo>
                    <a:pt x="3230219" y="0"/>
                  </a:lnTo>
                  <a:lnTo>
                    <a:pt x="3234321" y="1092"/>
                  </a:lnTo>
                  <a:lnTo>
                    <a:pt x="3248317" y="8826"/>
                  </a:lnTo>
                  <a:lnTo>
                    <a:pt x="3272244" y="46202"/>
                  </a:lnTo>
                  <a:lnTo>
                    <a:pt x="3276600" y="75361"/>
                  </a:lnTo>
                  <a:lnTo>
                    <a:pt x="3276600" y="2335657"/>
                  </a:lnTo>
                  <a:lnTo>
                    <a:pt x="3265767" y="2360993"/>
                  </a:lnTo>
                  <a:lnTo>
                    <a:pt x="3260864" y="2365070"/>
                  </a:lnTo>
                  <a:lnTo>
                    <a:pt x="3254908" y="2368296"/>
                  </a:lnTo>
                  <a:lnTo>
                    <a:pt x="3248418" y="2370239"/>
                  </a:lnTo>
                  <a:lnTo>
                    <a:pt x="3241383" y="2370886"/>
                  </a:lnTo>
                  <a:lnTo>
                    <a:pt x="54279" y="2370886"/>
                  </a:lnTo>
                  <a:lnTo>
                    <a:pt x="47244" y="2370239"/>
                  </a:lnTo>
                  <a:lnTo>
                    <a:pt x="40754" y="2368296"/>
                  </a:lnTo>
                  <a:lnTo>
                    <a:pt x="34798" y="2365070"/>
                  </a:lnTo>
                  <a:lnTo>
                    <a:pt x="29883" y="2361006"/>
                  </a:lnTo>
                  <a:lnTo>
                    <a:pt x="29375" y="2360561"/>
                  </a:lnTo>
                  <a:lnTo>
                    <a:pt x="24853" y="2355138"/>
                  </a:lnTo>
                  <a:lnTo>
                    <a:pt x="21640" y="2349182"/>
                  </a:lnTo>
                  <a:lnTo>
                    <a:pt x="19697" y="2342692"/>
                  </a:lnTo>
                  <a:lnTo>
                    <a:pt x="19050" y="2335657"/>
                  </a:lnTo>
                  <a:lnTo>
                    <a:pt x="19050" y="75361"/>
                  </a:lnTo>
                  <a:lnTo>
                    <a:pt x="28676" y="33020"/>
                  </a:lnTo>
                  <a:lnTo>
                    <a:pt x="61341" y="1092"/>
                  </a:lnTo>
                  <a:lnTo>
                    <a:pt x="65443" y="0"/>
                  </a:lnTo>
                  <a:lnTo>
                    <a:pt x="61341" y="609"/>
                  </a:lnTo>
                  <a:lnTo>
                    <a:pt x="22326" y="21475"/>
                  </a:lnTo>
                  <a:lnTo>
                    <a:pt x="1460" y="60490"/>
                  </a:lnTo>
                  <a:lnTo>
                    <a:pt x="0" y="75361"/>
                  </a:lnTo>
                  <a:lnTo>
                    <a:pt x="0" y="2342858"/>
                  </a:lnTo>
                  <a:lnTo>
                    <a:pt x="20993" y="2379116"/>
                  </a:lnTo>
                  <a:lnTo>
                    <a:pt x="47078" y="2389936"/>
                  </a:lnTo>
                  <a:lnTo>
                    <a:pt x="3248571" y="2389936"/>
                  </a:lnTo>
                  <a:lnTo>
                    <a:pt x="3255505" y="2388552"/>
                  </a:lnTo>
                  <a:lnTo>
                    <a:pt x="3268802" y="2383040"/>
                  </a:lnTo>
                  <a:lnTo>
                    <a:pt x="3274669" y="2379116"/>
                  </a:lnTo>
                  <a:lnTo>
                    <a:pt x="3279279" y="2374506"/>
                  </a:lnTo>
                  <a:lnTo>
                    <a:pt x="3279762" y="2374036"/>
                  </a:lnTo>
                  <a:lnTo>
                    <a:pt x="3284842" y="2368943"/>
                  </a:lnTo>
                  <a:lnTo>
                    <a:pt x="3288766" y="2363076"/>
                  </a:lnTo>
                  <a:lnTo>
                    <a:pt x="3294265" y="2349779"/>
                  </a:lnTo>
                  <a:lnTo>
                    <a:pt x="3295650" y="2342858"/>
                  </a:lnTo>
                  <a:lnTo>
                    <a:pt x="3295650" y="75361"/>
                  </a:lnTo>
                  <a:close/>
                </a:path>
              </a:pathLst>
            </a:custGeom>
            <a:solidFill>
              <a:srgbClr val="BED3D8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7" name="object 7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619124" y="2895600"/>
              <a:ext cx="3295649" cy="457199"/>
            </a:xfrm>
            <a:prstGeom prst="rect">
              <a:avLst/>
            </a:prstGeom>
          </p:spPr>
        </p:pic>
        <p:pic>
          <p:nvPicPr>
            <p:cNvPr id="8" name="object 8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2173154" y="3038659"/>
              <a:ext cx="194283" cy="166622"/>
            </a:xfrm>
            <a:prstGeom prst="rect">
              <a:avLst/>
            </a:prstGeom>
          </p:spPr>
        </p:pic>
      </p:grpSp>
      <p:sp>
        <p:nvSpPr>
          <p:cNvPr id="9" name="object 9"/>
          <p:cNvSpPr txBox="1"/>
          <p:nvPr/>
        </p:nvSpPr>
        <p:spPr>
          <a:xfrm>
            <a:off x="781443" y="3498786"/>
            <a:ext cx="2945130" cy="1574165"/>
          </a:xfrm>
          <a:prstGeom prst="rect">
            <a:avLst/>
          </a:prstGeom>
        </p:spPr>
        <p:txBody>
          <a:bodyPr wrap="square" lIns="0" tIns="1587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dirty="0" sz="1500" spc="-85">
                <a:solidFill>
                  <a:srgbClr val="374552"/>
                </a:solidFill>
                <a:latin typeface="Verdana"/>
                <a:cs typeface="Verdana"/>
              </a:rPr>
              <a:t>Development</a:t>
            </a:r>
            <a:r>
              <a:rPr dirty="0" sz="1500" spc="35">
                <a:solidFill>
                  <a:srgbClr val="374552"/>
                </a:solidFill>
                <a:latin typeface="Verdana"/>
                <a:cs typeface="Verdana"/>
              </a:rPr>
              <a:t> </a:t>
            </a:r>
            <a:r>
              <a:rPr dirty="0" sz="1500" spc="-10">
                <a:solidFill>
                  <a:srgbClr val="374552"/>
                </a:solidFill>
                <a:latin typeface="Verdana"/>
                <a:cs typeface="Verdana"/>
              </a:rPr>
              <a:t>(DEV)</a:t>
            </a:r>
            <a:endParaRPr sz="1500">
              <a:latin typeface="Verdana"/>
              <a:cs typeface="Verdana"/>
            </a:endParaRPr>
          </a:p>
          <a:p>
            <a:pPr marL="12700">
              <a:lnSpc>
                <a:spcPct val="100000"/>
              </a:lnSpc>
              <a:spcBef>
                <a:spcPts val="900"/>
              </a:spcBef>
            </a:pPr>
            <a:r>
              <a:rPr dirty="0" sz="1200">
                <a:solidFill>
                  <a:srgbClr val="374552"/>
                </a:solidFill>
                <a:latin typeface="Trebuchet MS"/>
                <a:cs typeface="Trebuchet MS"/>
              </a:rPr>
              <a:t>Dedicated</a:t>
            </a:r>
            <a:r>
              <a:rPr dirty="0" sz="1200" spc="-40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1200">
                <a:solidFill>
                  <a:srgbClr val="374552"/>
                </a:solidFill>
                <a:latin typeface="Trebuchet MS"/>
                <a:cs typeface="Trebuchet MS"/>
              </a:rPr>
              <a:t>DC:</a:t>
            </a:r>
            <a:r>
              <a:rPr dirty="0" sz="1200" spc="-40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1200" spc="-10" b="1">
                <a:solidFill>
                  <a:srgbClr val="374552"/>
                </a:solidFill>
                <a:latin typeface="Trebuchet MS"/>
                <a:cs typeface="Trebuchet MS"/>
              </a:rPr>
              <a:t>Sterling</a:t>
            </a:r>
            <a:endParaRPr sz="1200">
              <a:latin typeface="Trebuchet MS"/>
              <a:cs typeface="Trebuchet MS"/>
            </a:endParaRPr>
          </a:p>
          <a:p>
            <a:pPr marL="12700" marR="5080">
              <a:lnSpc>
                <a:spcPct val="126699"/>
              </a:lnSpc>
              <a:spcBef>
                <a:spcPts val="725"/>
              </a:spcBef>
            </a:pPr>
            <a:r>
              <a:rPr dirty="0" sz="1200" spc="-25">
                <a:solidFill>
                  <a:srgbClr val="374552"/>
                </a:solidFill>
                <a:latin typeface="Trebuchet MS"/>
                <a:cs typeface="Trebuchet MS"/>
              </a:rPr>
              <a:t>Currently</a:t>
            </a:r>
            <a:r>
              <a:rPr dirty="0" sz="1200" spc="-50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1200">
                <a:solidFill>
                  <a:srgbClr val="374552"/>
                </a:solidFill>
                <a:latin typeface="Trebuchet MS"/>
                <a:cs typeface="Trebuchet MS"/>
              </a:rPr>
              <a:t>in</a:t>
            </a:r>
            <a:r>
              <a:rPr dirty="0" sz="1200" spc="-45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1200" b="1">
                <a:solidFill>
                  <a:srgbClr val="374552"/>
                </a:solidFill>
                <a:latin typeface="Trebuchet MS"/>
                <a:cs typeface="Trebuchet MS"/>
              </a:rPr>
              <a:t>St.</a:t>
            </a:r>
            <a:r>
              <a:rPr dirty="0" sz="1200" spc="-45" b="1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1200" spc="-30" b="1">
                <a:solidFill>
                  <a:srgbClr val="374552"/>
                </a:solidFill>
                <a:latin typeface="Trebuchet MS"/>
                <a:cs typeface="Trebuchet MS"/>
              </a:rPr>
              <a:t>Louis</a:t>
            </a:r>
            <a:r>
              <a:rPr dirty="0" sz="1200" spc="-30">
                <a:solidFill>
                  <a:srgbClr val="374552"/>
                </a:solidFill>
                <a:latin typeface="Trebuchet MS"/>
                <a:cs typeface="Trebuchet MS"/>
              </a:rPr>
              <a:t>,</a:t>
            </a:r>
            <a:r>
              <a:rPr dirty="0" sz="1200" spc="-50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1200" b="1">
                <a:solidFill>
                  <a:srgbClr val="374552"/>
                </a:solidFill>
                <a:latin typeface="Trebuchet MS"/>
                <a:cs typeface="Trebuchet MS"/>
              </a:rPr>
              <a:t>DEV</a:t>
            </a:r>
            <a:r>
              <a:rPr dirty="0" sz="1200" spc="-45" b="1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1200" spc="-45">
                <a:solidFill>
                  <a:srgbClr val="374552"/>
                </a:solidFill>
                <a:latin typeface="Trebuchet MS"/>
                <a:cs typeface="Trebuchet MS"/>
              </a:rPr>
              <a:t>will </a:t>
            </a:r>
            <a:r>
              <a:rPr dirty="0" sz="1200" spc="-10">
                <a:solidFill>
                  <a:srgbClr val="374552"/>
                </a:solidFill>
                <a:latin typeface="Trebuchet MS"/>
                <a:cs typeface="Trebuchet MS"/>
              </a:rPr>
              <a:t>transition</a:t>
            </a:r>
            <a:r>
              <a:rPr dirty="0" sz="1200" spc="-45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1200" spc="-25">
                <a:solidFill>
                  <a:srgbClr val="374552"/>
                </a:solidFill>
                <a:latin typeface="Trebuchet MS"/>
                <a:cs typeface="Trebuchet MS"/>
              </a:rPr>
              <a:t>to </a:t>
            </a:r>
            <a:r>
              <a:rPr dirty="0" sz="1200">
                <a:solidFill>
                  <a:srgbClr val="374552"/>
                </a:solidFill>
                <a:latin typeface="Trebuchet MS"/>
                <a:cs typeface="Trebuchet MS"/>
              </a:rPr>
              <a:t>a</a:t>
            </a:r>
            <a:r>
              <a:rPr dirty="0" sz="1200" spc="-55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1200">
                <a:solidFill>
                  <a:srgbClr val="374552"/>
                </a:solidFill>
                <a:latin typeface="Trebuchet MS"/>
                <a:cs typeface="Trebuchet MS"/>
              </a:rPr>
              <a:t>dedicated</a:t>
            </a:r>
            <a:r>
              <a:rPr dirty="0" sz="1200" spc="-50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1200">
                <a:solidFill>
                  <a:srgbClr val="374552"/>
                </a:solidFill>
                <a:latin typeface="Trebuchet MS"/>
                <a:cs typeface="Trebuchet MS"/>
              </a:rPr>
              <a:t>Sterling</a:t>
            </a:r>
            <a:r>
              <a:rPr dirty="0" sz="1200" spc="-55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1200" spc="-20">
                <a:solidFill>
                  <a:srgbClr val="374552"/>
                </a:solidFill>
                <a:latin typeface="Trebuchet MS"/>
                <a:cs typeface="Trebuchet MS"/>
              </a:rPr>
              <a:t>DC,</a:t>
            </a:r>
            <a:r>
              <a:rPr dirty="0" sz="1200" spc="-50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1200">
                <a:solidFill>
                  <a:srgbClr val="374552"/>
                </a:solidFill>
                <a:latin typeface="Trebuchet MS"/>
                <a:cs typeface="Trebuchet MS"/>
              </a:rPr>
              <a:t>offering</a:t>
            </a:r>
            <a:r>
              <a:rPr dirty="0" sz="1200" spc="-50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1200" spc="-25">
                <a:solidFill>
                  <a:srgbClr val="374552"/>
                </a:solidFill>
                <a:latin typeface="Trebuchet MS"/>
                <a:cs typeface="Trebuchet MS"/>
              </a:rPr>
              <a:t>an </a:t>
            </a:r>
            <a:r>
              <a:rPr dirty="0" sz="1200">
                <a:solidFill>
                  <a:srgbClr val="374552"/>
                </a:solidFill>
                <a:latin typeface="Trebuchet MS"/>
                <a:cs typeface="Trebuchet MS"/>
              </a:rPr>
              <a:t>isolated</a:t>
            </a:r>
            <a:r>
              <a:rPr dirty="0" sz="1200" spc="-25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1200" spc="-10">
                <a:solidFill>
                  <a:srgbClr val="374552"/>
                </a:solidFill>
                <a:latin typeface="Trebuchet MS"/>
                <a:cs typeface="Trebuchet MS"/>
              </a:rPr>
              <a:t>environment</a:t>
            </a:r>
            <a:r>
              <a:rPr dirty="0" sz="1200" spc="-25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1200" spc="-10">
                <a:solidFill>
                  <a:srgbClr val="374552"/>
                </a:solidFill>
                <a:latin typeface="Trebuchet MS"/>
                <a:cs typeface="Trebuchet MS"/>
              </a:rPr>
              <a:t>for</a:t>
            </a:r>
            <a:r>
              <a:rPr dirty="0" sz="1200" spc="-20">
                <a:solidFill>
                  <a:srgbClr val="374552"/>
                </a:solidFill>
                <a:latin typeface="Trebuchet MS"/>
                <a:cs typeface="Trebuchet MS"/>
              </a:rPr>
              <a:t> code</a:t>
            </a:r>
            <a:r>
              <a:rPr dirty="0" sz="1200" spc="500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1200" spc="-10">
                <a:solidFill>
                  <a:srgbClr val="374552"/>
                </a:solidFill>
                <a:latin typeface="Trebuchet MS"/>
                <a:cs typeface="Trebuchet MS"/>
              </a:rPr>
              <a:t>development</a:t>
            </a:r>
            <a:r>
              <a:rPr dirty="0" sz="1200">
                <a:solidFill>
                  <a:srgbClr val="374552"/>
                </a:solidFill>
                <a:latin typeface="Trebuchet MS"/>
                <a:cs typeface="Trebuchet MS"/>
              </a:rPr>
              <a:t> and</a:t>
            </a:r>
            <a:r>
              <a:rPr dirty="0" sz="1200" spc="5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1200" spc="-40">
                <a:solidFill>
                  <a:srgbClr val="374552"/>
                </a:solidFill>
                <a:latin typeface="Trebuchet MS"/>
                <a:cs typeface="Trebuchet MS"/>
              </a:rPr>
              <a:t>initial</a:t>
            </a:r>
            <a:r>
              <a:rPr dirty="0" sz="1200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1200" spc="-10">
                <a:solidFill>
                  <a:srgbClr val="374552"/>
                </a:solidFill>
                <a:latin typeface="Trebuchet MS"/>
                <a:cs typeface="Trebuchet MS"/>
              </a:rPr>
              <a:t>testing.</a:t>
            </a:r>
            <a:endParaRPr sz="1200">
              <a:latin typeface="Trebuchet MS"/>
              <a:cs typeface="Trebuchet MS"/>
            </a:endParaRPr>
          </a:p>
        </p:txBody>
      </p:sp>
      <p:grpSp>
        <p:nvGrpSpPr>
          <p:cNvPr id="10" name="object 10"/>
          <p:cNvGrpSpPr/>
          <p:nvPr/>
        </p:nvGrpSpPr>
        <p:grpSpPr>
          <a:xfrm>
            <a:off x="4067174" y="2895600"/>
            <a:ext cx="3295650" cy="2619375"/>
            <a:chOff x="4067174" y="2895600"/>
            <a:chExt cx="3295650" cy="2619375"/>
          </a:xfrm>
        </p:grpSpPr>
        <p:sp>
          <p:nvSpPr>
            <p:cNvPr id="11" name="object 11"/>
            <p:cNvSpPr/>
            <p:nvPr/>
          </p:nvSpPr>
          <p:spPr>
            <a:xfrm>
              <a:off x="4076699" y="3124199"/>
              <a:ext cx="3276600" cy="2381250"/>
            </a:xfrm>
            <a:custGeom>
              <a:avLst/>
              <a:gdLst/>
              <a:ahLst/>
              <a:cxnLst/>
              <a:rect l="l" t="t" r="r" b="b"/>
              <a:pathLst>
                <a:path w="3276600" h="2381250">
                  <a:moveTo>
                    <a:pt x="3214306" y="0"/>
                  </a:moveTo>
                  <a:lnTo>
                    <a:pt x="62293" y="0"/>
                  </a:lnTo>
                  <a:lnTo>
                    <a:pt x="57962" y="482"/>
                  </a:lnTo>
                  <a:lnTo>
                    <a:pt x="22618" y="18783"/>
                  </a:lnTo>
                  <a:lnTo>
                    <a:pt x="2133" y="56426"/>
                  </a:lnTo>
                  <a:lnTo>
                    <a:pt x="0" y="71196"/>
                  </a:lnTo>
                  <a:lnTo>
                    <a:pt x="0" y="2336502"/>
                  </a:lnTo>
                  <a:lnTo>
                    <a:pt x="0" y="2342436"/>
                  </a:lnTo>
                  <a:lnTo>
                    <a:pt x="22136" y="2375570"/>
                  </a:lnTo>
                  <a:lnTo>
                    <a:pt x="38811" y="2381246"/>
                  </a:lnTo>
                  <a:lnTo>
                    <a:pt x="3237788" y="2381246"/>
                  </a:lnTo>
                  <a:lnTo>
                    <a:pt x="3270923" y="2359110"/>
                  </a:lnTo>
                  <a:lnTo>
                    <a:pt x="3276600" y="2342436"/>
                  </a:lnTo>
                  <a:lnTo>
                    <a:pt x="3276600" y="71196"/>
                  </a:lnTo>
                  <a:lnTo>
                    <a:pt x="3262934" y="29705"/>
                  </a:lnTo>
                  <a:lnTo>
                    <a:pt x="3231400" y="3886"/>
                  </a:lnTo>
                  <a:lnTo>
                    <a:pt x="3218637" y="482"/>
                  </a:lnTo>
                  <a:lnTo>
                    <a:pt x="3214306" y="0"/>
                  </a:lnTo>
                  <a:close/>
                </a:path>
              </a:pathLst>
            </a:custGeom>
            <a:solidFill>
              <a:srgbClr val="F9F9F5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2" name="object 12"/>
            <p:cNvSpPr/>
            <p:nvPr/>
          </p:nvSpPr>
          <p:spPr>
            <a:xfrm>
              <a:off x="4067162" y="3125050"/>
              <a:ext cx="3295650" cy="2390140"/>
            </a:xfrm>
            <a:custGeom>
              <a:avLst/>
              <a:gdLst/>
              <a:ahLst/>
              <a:cxnLst/>
              <a:rect l="l" t="t" r="r" b="b"/>
              <a:pathLst>
                <a:path w="3295650" h="2390140">
                  <a:moveTo>
                    <a:pt x="3295650" y="75361"/>
                  </a:moveTo>
                  <a:lnTo>
                    <a:pt x="3282823" y="33020"/>
                  </a:lnTo>
                  <a:lnTo>
                    <a:pt x="3248609" y="4965"/>
                  </a:lnTo>
                  <a:lnTo>
                    <a:pt x="3230207" y="0"/>
                  </a:lnTo>
                  <a:lnTo>
                    <a:pt x="3234321" y="1092"/>
                  </a:lnTo>
                  <a:lnTo>
                    <a:pt x="3248317" y="8826"/>
                  </a:lnTo>
                  <a:lnTo>
                    <a:pt x="3272244" y="46202"/>
                  </a:lnTo>
                  <a:lnTo>
                    <a:pt x="3276600" y="75361"/>
                  </a:lnTo>
                  <a:lnTo>
                    <a:pt x="3276600" y="2335657"/>
                  </a:lnTo>
                  <a:lnTo>
                    <a:pt x="3265767" y="2360993"/>
                  </a:lnTo>
                  <a:lnTo>
                    <a:pt x="3260864" y="2365070"/>
                  </a:lnTo>
                  <a:lnTo>
                    <a:pt x="3254908" y="2368296"/>
                  </a:lnTo>
                  <a:lnTo>
                    <a:pt x="3248418" y="2370239"/>
                  </a:lnTo>
                  <a:lnTo>
                    <a:pt x="3241383" y="2370886"/>
                  </a:lnTo>
                  <a:lnTo>
                    <a:pt x="54267" y="2370886"/>
                  </a:lnTo>
                  <a:lnTo>
                    <a:pt x="47244" y="2370239"/>
                  </a:lnTo>
                  <a:lnTo>
                    <a:pt x="40754" y="2368296"/>
                  </a:lnTo>
                  <a:lnTo>
                    <a:pt x="34798" y="2365070"/>
                  </a:lnTo>
                  <a:lnTo>
                    <a:pt x="29883" y="2361006"/>
                  </a:lnTo>
                  <a:lnTo>
                    <a:pt x="29375" y="2360561"/>
                  </a:lnTo>
                  <a:lnTo>
                    <a:pt x="24853" y="2355138"/>
                  </a:lnTo>
                  <a:lnTo>
                    <a:pt x="21640" y="2349182"/>
                  </a:lnTo>
                  <a:lnTo>
                    <a:pt x="19697" y="2342692"/>
                  </a:lnTo>
                  <a:lnTo>
                    <a:pt x="19050" y="2335657"/>
                  </a:lnTo>
                  <a:lnTo>
                    <a:pt x="19050" y="75361"/>
                  </a:lnTo>
                  <a:lnTo>
                    <a:pt x="28676" y="33020"/>
                  </a:lnTo>
                  <a:lnTo>
                    <a:pt x="61328" y="1092"/>
                  </a:lnTo>
                  <a:lnTo>
                    <a:pt x="65443" y="0"/>
                  </a:lnTo>
                  <a:lnTo>
                    <a:pt x="61341" y="609"/>
                  </a:lnTo>
                  <a:lnTo>
                    <a:pt x="22313" y="21475"/>
                  </a:lnTo>
                  <a:lnTo>
                    <a:pt x="1460" y="60490"/>
                  </a:lnTo>
                  <a:lnTo>
                    <a:pt x="0" y="75361"/>
                  </a:lnTo>
                  <a:lnTo>
                    <a:pt x="0" y="2342858"/>
                  </a:lnTo>
                  <a:lnTo>
                    <a:pt x="1371" y="2349779"/>
                  </a:lnTo>
                  <a:lnTo>
                    <a:pt x="6883" y="2363076"/>
                  </a:lnTo>
                  <a:lnTo>
                    <a:pt x="10807" y="2368943"/>
                  </a:lnTo>
                  <a:lnTo>
                    <a:pt x="15900" y="2374036"/>
                  </a:lnTo>
                  <a:lnTo>
                    <a:pt x="20980" y="2379116"/>
                  </a:lnTo>
                  <a:lnTo>
                    <a:pt x="26847" y="2383040"/>
                  </a:lnTo>
                  <a:lnTo>
                    <a:pt x="40144" y="2388552"/>
                  </a:lnTo>
                  <a:lnTo>
                    <a:pt x="47078" y="2389936"/>
                  </a:lnTo>
                  <a:lnTo>
                    <a:pt x="3248571" y="2389936"/>
                  </a:lnTo>
                  <a:lnTo>
                    <a:pt x="3255505" y="2388552"/>
                  </a:lnTo>
                  <a:lnTo>
                    <a:pt x="3268802" y="2383040"/>
                  </a:lnTo>
                  <a:lnTo>
                    <a:pt x="3274669" y="2379116"/>
                  </a:lnTo>
                  <a:lnTo>
                    <a:pt x="3279279" y="2374506"/>
                  </a:lnTo>
                  <a:lnTo>
                    <a:pt x="3279762" y="2374036"/>
                  </a:lnTo>
                  <a:lnTo>
                    <a:pt x="3284842" y="2368943"/>
                  </a:lnTo>
                  <a:lnTo>
                    <a:pt x="3288766" y="2363076"/>
                  </a:lnTo>
                  <a:lnTo>
                    <a:pt x="3294265" y="2349779"/>
                  </a:lnTo>
                  <a:lnTo>
                    <a:pt x="3295650" y="2342858"/>
                  </a:lnTo>
                  <a:lnTo>
                    <a:pt x="3295650" y="75361"/>
                  </a:lnTo>
                  <a:close/>
                </a:path>
              </a:pathLst>
            </a:custGeom>
            <a:solidFill>
              <a:srgbClr val="BED3D8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13" name="object 13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4067174" y="2895600"/>
              <a:ext cx="3295649" cy="457199"/>
            </a:xfrm>
            <a:prstGeom prst="rect">
              <a:avLst/>
            </a:prstGeom>
          </p:spPr>
        </p:pic>
        <p:pic>
          <p:nvPicPr>
            <p:cNvPr id="14" name="object 14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5629289" y="3024824"/>
              <a:ext cx="178113" cy="194382"/>
            </a:xfrm>
            <a:prstGeom prst="rect">
              <a:avLst/>
            </a:prstGeom>
          </p:spPr>
        </p:pic>
      </p:grpSp>
      <p:sp>
        <p:nvSpPr>
          <p:cNvPr id="15" name="object 15"/>
          <p:cNvSpPr txBox="1"/>
          <p:nvPr/>
        </p:nvSpPr>
        <p:spPr>
          <a:xfrm>
            <a:off x="4229646" y="3498786"/>
            <a:ext cx="2959735" cy="1345565"/>
          </a:xfrm>
          <a:prstGeom prst="rect">
            <a:avLst/>
          </a:prstGeom>
        </p:spPr>
        <p:txBody>
          <a:bodyPr wrap="square" lIns="0" tIns="1587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dirty="0" sz="1500" spc="-95">
                <a:solidFill>
                  <a:srgbClr val="374552"/>
                </a:solidFill>
                <a:latin typeface="Verdana"/>
                <a:cs typeface="Verdana"/>
              </a:rPr>
              <a:t>System</a:t>
            </a:r>
            <a:r>
              <a:rPr dirty="0" sz="1500" spc="5">
                <a:solidFill>
                  <a:srgbClr val="374552"/>
                </a:solidFill>
                <a:latin typeface="Verdana"/>
                <a:cs typeface="Verdana"/>
              </a:rPr>
              <a:t> </a:t>
            </a:r>
            <a:r>
              <a:rPr dirty="0" sz="1500" spc="-95">
                <a:solidFill>
                  <a:srgbClr val="374552"/>
                </a:solidFill>
                <a:latin typeface="Verdana"/>
                <a:cs typeface="Verdana"/>
              </a:rPr>
              <a:t>Integration</a:t>
            </a:r>
            <a:r>
              <a:rPr dirty="0" sz="1500" spc="5">
                <a:solidFill>
                  <a:srgbClr val="374552"/>
                </a:solidFill>
                <a:latin typeface="Verdana"/>
                <a:cs typeface="Verdana"/>
              </a:rPr>
              <a:t> </a:t>
            </a:r>
            <a:r>
              <a:rPr dirty="0" sz="1500" spc="-95">
                <a:solidFill>
                  <a:srgbClr val="374552"/>
                </a:solidFill>
                <a:latin typeface="Verdana"/>
                <a:cs typeface="Verdana"/>
              </a:rPr>
              <a:t>Testing</a:t>
            </a:r>
            <a:r>
              <a:rPr dirty="0" sz="1500" spc="5">
                <a:solidFill>
                  <a:srgbClr val="374552"/>
                </a:solidFill>
                <a:latin typeface="Verdana"/>
                <a:cs typeface="Verdana"/>
              </a:rPr>
              <a:t> </a:t>
            </a:r>
            <a:r>
              <a:rPr dirty="0" sz="1500" spc="-10">
                <a:solidFill>
                  <a:srgbClr val="374552"/>
                </a:solidFill>
                <a:latin typeface="Verdana"/>
                <a:cs typeface="Verdana"/>
              </a:rPr>
              <a:t>(SIT)</a:t>
            </a:r>
            <a:endParaRPr sz="1500">
              <a:latin typeface="Verdana"/>
              <a:cs typeface="Verdana"/>
            </a:endParaRPr>
          </a:p>
          <a:p>
            <a:pPr marL="12700">
              <a:lnSpc>
                <a:spcPct val="100000"/>
              </a:lnSpc>
              <a:spcBef>
                <a:spcPts val="900"/>
              </a:spcBef>
            </a:pPr>
            <a:r>
              <a:rPr dirty="0" sz="1200">
                <a:solidFill>
                  <a:srgbClr val="374552"/>
                </a:solidFill>
                <a:latin typeface="Trebuchet MS"/>
                <a:cs typeface="Trebuchet MS"/>
              </a:rPr>
              <a:t>Dedicated</a:t>
            </a:r>
            <a:r>
              <a:rPr dirty="0" sz="1200" spc="-40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1200">
                <a:solidFill>
                  <a:srgbClr val="374552"/>
                </a:solidFill>
                <a:latin typeface="Trebuchet MS"/>
                <a:cs typeface="Trebuchet MS"/>
              </a:rPr>
              <a:t>DC:</a:t>
            </a:r>
            <a:r>
              <a:rPr dirty="0" sz="1200" spc="-40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1200" spc="-10" b="1">
                <a:solidFill>
                  <a:srgbClr val="374552"/>
                </a:solidFill>
                <a:latin typeface="Trebuchet MS"/>
                <a:cs typeface="Trebuchet MS"/>
              </a:rPr>
              <a:t>Lewisville</a:t>
            </a:r>
            <a:endParaRPr sz="1200">
              <a:latin typeface="Trebuchet MS"/>
              <a:cs typeface="Trebuchet MS"/>
            </a:endParaRPr>
          </a:p>
          <a:p>
            <a:pPr marL="12700" marR="5080">
              <a:lnSpc>
                <a:spcPct val="127600"/>
              </a:lnSpc>
              <a:spcBef>
                <a:spcPts val="710"/>
              </a:spcBef>
            </a:pPr>
            <a:r>
              <a:rPr dirty="0" sz="1200" spc="-10" b="1">
                <a:solidFill>
                  <a:srgbClr val="374552"/>
                </a:solidFill>
                <a:latin typeface="Trebuchet MS"/>
                <a:cs typeface="Trebuchet MS"/>
              </a:rPr>
              <a:t>SIT</a:t>
            </a:r>
            <a:r>
              <a:rPr dirty="0" sz="1200" spc="-10">
                <a:solidFill>
                  <a:srgbClr val="374552"/>
                </a:solidFill>
                <a:latin typeface="Trebuchet MS"/>
                <a:cs typeface="Trebuchet MS"/>
              </a:rPr>
              <a:t>,</a:t>
            </a:r>
            <a:r>
              <a:rPr dirty="0" sz="1200" spc="-30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1200">
                <a:solidFill>
                  <a:srgbClr val="374552"/>
                </a:solidFill>
                <a:latin typeface="Trebuchet MS"/>
                <a:cs typeface="Trebuchet MS"/>
              </a:rPr>
              <a:t>also</a:t>
            </a:r>
            <a:r>
              <a:rPr dirty="0" sz="1200" spc="-25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1200" spc="-30">
                <a:solidFill>
                  <a:srgbClr val="374552"/>
                </a:solidFill>
                <a:latin typeface="Trebuchet MS"/>
                <a:cs typeface="Trebuchet MS"/>
              </a:rPr>
              <a:t>currently</a:t>
            </a:r>
            <a:r>
              <a:rPr dirty="0" sz="1200" spc="-25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1200">
                <a:solidFill>
                  <a:srgbClr val="374552"/>
                </a:solidFill>
                <a:latin typeface="Trebuchet MS"/>
                <a:cs typeface="Trebuchet MS"/>
              </a:rPr>
              <a:t>in</a:t>
            </a:r>
            <a:r>
              <a:rPr dirty="0" sz="1200" spc="-25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1200" b="1">
                <a:solidFill>
                  <a:srgbClr val="374552"/>
                </a:solidFill>
                <a:latin typeface="Trebuchet MS"/>
                <a:cs typeface="Trebuchet MS"/>
              </a:rPr>
              <a:t>St.</a:t>
            </a:r>
            <a:r>
              <a:rPr dirty="0" sz="1200" spc="-25" b="1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1200" spc="-30" b="1">
                <a:solidFill>
                  <a:srgbClr val="374552"/>
                </a:solidFill>
                <a:latin typeface="Trebuchet MS"/>
                <a:cs typeface="Trebuchet MS"/>
              </a:rPr>
              <a:t>Louis</a:t>
            </a:r>
            <a:r>
              <a:rPr dirty="0" sz="1200" spc="-30">
                <a:solidFill>
                  <a:srgbClr val="374552"/>
                </a:solidFill>
                <a:latin typeface="Trebuchet MS"/>
                <a:cs typeface="Trebuchet MS"/>
              </a:rPr>
              <a:t>, </a:t>
            </a:r>
            <a:r>
              <a:rPr dirty="0" sz="1200" spc="-45">
                <a:solidFill>
                  <a:srgbClr val="374552"/>
                </a:solidFill>
                <a:latin typeface="Trebuchet MS"/>
                <a:cs typeface="Trebuchet MS"/>
              </a:rPr>
              <a:t>will</a:t>
            </a:r>
            <a:r>
              <a:rPr dirty="0" sz="1200" spc="-25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1200">
                <a:solidFill>
                  <a:srgbClr val="374552"/>
                </a:solidFill>
                <a:latin typeface="Trebuchet MS"/>
                <a:cs typeface="Trebuchet MS"/>
              </a:rPr>
              <a:t>move</a:t>
            </a:r>
            <a:r>
              <a:rPr dirty="0" sz="1200" spc="-25">
                <a:solidFill>
                  <a:srgbClr val="374552"/>
                </a:solidFill>
                <a:latin typeface="Trebuchet MS"/>
                <a:cs typeface="Trebuchet MS"/>
              </a:rPr>
              <a:t> to </a:t>
            </a:r>
            <a:r>
              <a:rPr dirty="0" sz="1200">
                <a:solidFill>
                  <a:srgbClr val="374552"/>
                </a:solidFill>
                <a:latin typeface="Trebuchet MS"/>
                <a:cs typeface="Trebuchet MS"/>
              </a:rPr>
              <a:t>a</a:t>
            </a:r>
            <a:r>
              <a:rPr dirty="0" sz="1200" spc="-40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1200">
                <a:solidFill>
                  <a:srgbClr val="374552"/>
                </a:solidFill>
                <a:latin typeface="Trebuchet MS"/>
                <a:cs typeface="Trebuchet MS"/>
              </a:rPr>
              <a:t>dedicated</a:t>
            </a:r>
            <a:r>
              <a:rPr dirty="0" sz="1200" spc="-35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1200" spc="-10">
                <a:solidFill>
                  <a:srgbClr val="374552"/>
                </a:solidFill>
                <a:latin typeface="Trebuchet MS"/>
                <a:cs typeface="Trebuchet MS"/>
              </a:rPr>
              <a:t>Lewisville</a:t>
            </a:r>
            <a:r>
              <a:rPr dirty="0" sz="1200" spc="-40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1200" spc="-20">
                <a:solidFill>
                  <a:srgbClr val="374552"/>
                </a:solidFill>
                <a:latin typeface="Trebuchet MS"/>
                <a:cs typeface="Trebuchet MS"/>
              </a:rPr>
              <a:t>DC,</a:t>
            </a:r>
            <a:r>
              <a:rPr dirty="0" sz="1200" spc="-35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1200" spc="-10">
                <a:solidFill>
                  <a:srgbClr val="374552"/>
                </a:solidFill>
                <a:latin typeface="Trebuchet MS"/>
                <a:cs typeface="Trebuchet MS"/>
              </a:rPr>
              <a:t>facilitating </a:t>
            </a:r>
            <a:r>
              <a:rPr dirty="0" sz="1200">
                <a:solidFill>
                  <a:srgbClr val="374552"/>
                </a:solidFill>
                <a:latin typeface="Trebuchet MS"/>
                <a:cs typeface="Trebuchet MS"/>
              </a:rPr>
              <a:t>comprehensive</a:t>
            </a:r>
            <a:r>
              <a:rPr dirty="0" sz="1200" spc="60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1200" spc="-20">
                <a:solidFill>
                  <a:srgbClr val="374552"/>
                </a:solidFill>
                <a:latin typeface="Trebuchet MS"/>
                <a:cs typeface="Trebuchet MS"/>
              </a:rPr>
              <a:t>integration</a:t>
            </a:r>
            <a:r>
              <a:rPr dirty="0" sz="1200" spc="60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1200" spc="-10">
                <a:solidFill>
                  <a:srgbClr val="374552"/>
                </a:solidFill>
                <a:latin typeface="Trebuchet MS"/>
                <a:cs typeface="Trebuchet MS"/>
              </a:rPr>
              <a:t>testing.</a:t>
            </a:r>
            <a:endParaRPr sz="1200">
              <a:latin typeface="Trebuchet MS"/>
              <a:cs typeface="Trebuchet MS"/>
            </a:endParaRPr>
          </a:p>
        </p:txBody>
      </p:sp>
      <p:grpSp>
        <p:nvGrpSpPr>
          <p:cNvPr id="16" name="object 16"/>
          <p:cNvGrpSpPr/>
          <p:nvPr/>
        </p:nvGrpSpPr>
        <p:grpSpPr>
          <a:xfrm>
            <a:off x="7515224" y="2895600"/>
            <a:ext cx="3295650" cy="2619375"/>
            <a:chOff x="7515224" y="2895600"/>
            <a:chExt cx="3295650" cy="2619375"/>
          </a:xfrm>
        </p:grpSpPr>
        <p:sp>
          <p:nvSpPr>
            <p:cNvPr id="17" name="object 17"/>
            <p:cNvSpPr/>
            <p:nvPr/>
          </p:nvSpPr>
          <p:spPr>
            <a:xfrm>
              <a:off x="7524749" y="3124199"/>
              <a:ext cx="3276600" cy="2381250"/>
            </a:xfrm>
            <a:custGeom>
              <a:avLst/>
              <a:gdLst/>
              <a:ahLst/>
              <a:cxnLst/>
              <a:rect l="l" t="t" r="r" b="b"/>
              <a:pathLst>
                <a:path w="3276600" h="2381250">
                  <a:moveTo>
                    <a:pt x="3214306" y="0"/>
                  </a:moveTo>
                  <a:lnTo>
                    <a:pt x="62293" y="0"/>
                  </a:lnTo>
                  <a:lnTo>
                    <a:pt x="57962" y="482"/>
                  </a:lnTo>
                  <a:lnTo>
                    <a:pt x="22618" y="18783"/>
                  </a:lnTo>
                  <a:lnTo>
                    <a:pt x="2133" y="56426"/>
                  </a:lnTo>
                  <a:lnTo>
                    <a:pt x="0" y="71196"/>
                  </a:lnTo>
                  <a:lnTo>
                    <a:pt x="0" y="2336502"/>
                  </a:lnTo>
                  <a:lnTo>
                    <a:pt x="0" y="2342436"/>
                  </a:lnTo>
                  <a:lnTo>
                    <a:pt x="22136" y="2375570"/>
                  </a:lnTo>
                  <a:lnTo>
                    <a:pt x="38811" y="2381246"/>
                  </a:lnTo>
                  <a:lnTo>
                    <a:pt x="3237788" y="2381246"/>
                  </a:lnTo>
                  <a:lnTo>
                    <a:pt x="3270923" y="2359110"/>
                  </a:lnTo>
                  <a:lnTo>
                    <a:pt x="3276600" y="2342436"/>
                  </a:lnTo>
                  <a:lnTo>
                    <a:pt x="3276600" y="71196"/>
                  </a:lnTo>
                  <a:lnTo>
                    <a:pt x="3262934" y="29705"/>
                  </a:lnTo>
                  <a:lnTo>
                    <a:pt x="3231388" y="3886"/>
                  </a:lnTo>
                  <a:lnTo>
                    <a:pt x="3218637" y="482"/>
                  </a:lnTo>
                  <a:lnTo>
                    <a:pt x="3214306" y="0"/>
                  </a:lnTo>
                  <a:close/>
                </a:path>
              </a:pathLst>
            </a:custGeom>
            <a:solidFill>
              <a:srgbClr val="F9F9F5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8" name="object 18"/>
            <p:cNvSpPr/>
            <p:nvPr/>
          </p:nvSpPr>
          <p:spPr>
            <a:xfrm>
              <a:off x="7515212" y="3125050"/>
              <a:ext cx="3295650" cy="2390140"/>
            </a:xfrm>
            <a:custGeom>
              <a:avLst/>
              <a:gdLst/>
              <a:ahLst/>
              <a:cxnLst/>
              <a:rect l="l" t="t" r="r" b="b"/>
              <a:pathLst>
                <a:path w="3295650" h="2390140">
                  <a:moveTo>
                    <a:pt x="3295650" y="75361"/>
                  </a:moveTo>
                  <a:lnTo>
                    <a:pt x="3282823" y="33020"/>
                  </a:lnTo>
                  <a:lnTo>
                    <a:pt x="3248609" y="4965"/>
                  </a:lnTo>
                  <a:lnTo>
                    <a:pt x="3230207" y="0"/>
                  </a:lnTo>
                  <a:lnTo>
                    <a:pt x="3234321" y="1092"/>
                  </a:lnTo>
                  <a:lnTo>
                    <a:pt x="3248317" y="8826"/>
                  </a:lnTo>
                  <a:lnTo>
                    <a:pt x="3272244" y="46202"/>
                  </a:lnTo>
                  <a:lnTo>
                    <a:pt x="3276600" y="75361"/>
                  </a:lnTo>
                  <a:lnTo>
                    <a:pt x="3276600" y="2335657"/>
                  </a:lnTo>
                  <a:lnTo>
                    <a:pt x="3265767" y="2360993"/>
                  </a:lnTo>
                  <a:lnTo>
                    <a:pt x="3260864" y="2365070"/>
                  </a:lnTo>
                  <a:lnTo>
                    <a:pt x="3254908" y="2368296"/>
                  </a:lnTo>
                  <a:lnTo>
                    <a:pt x="3248418" y="2370239"/>
                  </a:lnTo>
                  <a:lnTo>
                    <a:pt x="3241383" y="2370886"/>
                  </a:lnTo>
                  <a:lnTo>
                    <a:pt x="54267" y="2370886"/>
                  </a:lnTo>
                  <a:lnTo>
                    <a:pt x="47244" y="2370239"/>
                  </a:lnTo>
                  <a:lnTo>
                    <a:pt x="40754" y="2368296"/>
                  </a:lnTo>
                  <a:lnTo>
                    <a:pt x="34798" y="2365070"/>
                  </a:lnTo>
                  <a:lnTo>
                    <a:pt x="29883" y="2361006"/>
                  </a:lnTo>
                  <a:lnTo>
                    <a:pt x="29375" y="2360561"/>
                  </a:lnTo>
                  <a:lnTo>
                    <a:pt x="24853" y="2355138"/>
                  </a:lnTo>
                  <a:lnTo>
                    <a:pt x="21640" y="2349182"/>
                  </a:lnTo>
                  <a:lnTo>
                    <a:pt x="19697" y="2342692"/>
                  </a:lnTo>
                  <a:lnTo>
                    <a:pt x="19050" y="2335657"/>
                  </a:lnTo>
                  <a:lnTo>
                    <a:pt x="19050" y="75361"/>
                  </a:lnTo>
                  <a:lnTo>
                    <a:pt x="28676" y="33020"/>
                  </a:lnTo>
                  <a:lnTo>
                    <a:pt x="61328" y="1092"/>
                  </a:lnTo>
                  <a:lnTo>
                    <a:pt x="65443" y="0"/>
                  </a:lnTo>
                  <a:lnTo>
                    <a:pt x="61341" y="609"/>
                  </a:lnTo>
                  <a:lnTo>
                    <a:pt x="22313" y="21475"/>
                  </a:lnTo>
                  <a:lnTo>
                    <a:pt x="1460" y="60490"/>
                  </a:lnTo>
                  <a:lnTo>
                    <a:pt x="0" y="75361"/>
                  </a:lnTo>
                  <a:lnTo>
                    <a:pt x="0" y="2342858"/>
                  </a:lnTo>
                  <a:lnTo>
                    <a:pt x="1371" y="2349779"/>
                  </a:lnTo>
                  <a:lnTo>
                    <a:pt x="6883" y="2363076"/>
                  </a:lnTo>
                  <a:lnTo>
                    <a:pt x="10807" y="2368943"/>
                  </a:lnTo>
                  <a:lnTo>
                    <a:pt x="15900" y="2374036"/>
                  </a:lnTo>
                  <a:lnTo>
                    <a:pt x="20980" y="2379116"/>
                  </a:lnTo>
                  <a:lnTo>
                    <a:pt x="26847" y="2383040"/>
                  </a:lnTo>
                  <a:lnTo>
                    <a:pt x="40144" y="2388552"/>
                  </a:lnTo>
                  <a:lnTo>
                    <a:pt x="47078" y="2389936"/>
                  </a:lnTo>
                  <a:lnTo>
                    <a:pt x="3248571" y="2389936"/>
                  </a:lnTo>
                  <a:lnTo>
                    <a:pt x="3255492" y="2388552"/>
                  </a:lnTo>
                  <a:lnTo>
                    <a:pt x="3268802" y="2383040"/>
                  </a:lnTo>
                  <a:lnTo>
                    <a:pt x="3274669" y="2379116"/>
                  </a:lnTo>
                  <a:lnTo>
                    <a:pt x="3279279" y="2374506"/>
                  </a:lnTo>
                  <a:lnTo>
                    <a:pt x="3279762" y="2374036"/>
                  </a:lnTo>
                  <a:lnTo>
                    <a:pt x="3284842" y="2368943"/>
                  </a:lnTo>
                  <a:lnTo>
                    <a:pt x="3288766" y="2363076"/>
                  </a:lnTo>
                  <a:lnTo>
                    <a:pt x="3294265" y="2349779"/>
                  </a:lnTo>
                  <a:lnTo>
                    <a:pt x="3295650" y="2342858"/>
                  </a:lnTo>
                  <a:lnTo>
                    <a:pt x="3295650" y="75361"/>
                  </a:lnTo>
                  <a:close/>
                </a:path>
              </a:pathLst>
            </a:custGeom>
            <a:solidFill>
              <a:srgbClr val="BED3D8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19" name="object 19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7515224" y="2895600"/>
              <a:ext cx="3295649" cy="457199"/>
            </a:xfrm>
            <a:prstGeom prst="rect">
              <a:avLst/>
            </a:prstGeom>
          </p:spPr>
        </p:pic>
        <p:pic>
          <p:nvPicPr>
            <p:cNvPr id="20" name="object 20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9082958" y="3024829"/>
              <a:ext cx="166901" cy="194283"/>
            </a:xfrm>
            <a:prstGeom prst="rect">
              <a:avLst/>
            </a:prstGeom>
          </p:spPr>
        </p:pic>
      </p:grpSp>
      <p:sp>
        <p:nvSpPr>
          <p:cNvPr id="21" name="object 21"/>
          <p:cNvSpPr txBox="1"/>
          <p:nvPr/>
        </p:nvSpPr>
        <p:spPr>
          <a:xfrm>
            <a:off x="7677848" y="3498786"/>
            <a:ext cx="2839085" cy="1821814"/>
          </a:xfrm>
          <a:prstGeom prst="rect">
            <a:avLst/>
          </a:prstGeom>
        </p:spPr>
        <p:txBody>
          <a:bodyPr wrap="square" lIns="0" tIns="6350" rIns="0" bIns="0" rtlCol="0" vert="horz">
            <a:spAutoFit/>
          </a:bodyPr>
          <a:lstStyle/>
          <a:p>
            <a:pPr marL="12700" marR="616585">
              <a:lnSpc>
                <a:spcPct val="104200"/>
              </a:lnSpc>
              <a:spcBef>
                <a:spcPts val="50"/>
              </a:spcBef>
            </a:pPr>
            <a:r>
              <a:rPr dirty="0" sz="1500" spc="-85">
                <a:solidFill>
                  <a:srgbClr val="374552"/>
                </a:solidFill>
                <a:latin typeface="Verdana"/>
                <a:cs typeface="Verdana"/>
              </a:rPr>
              <a:t>User</a:t>
            </a:r>
            <a:r>
              <a:rPr dirty="0" sz="1500" spc="-40">
                <a:solidFill>
                  <a:srgbClr val="374552"/>
                </a:solidFill>
                <a:latin typeface="Verdana"/>
                <a:cs typeface="Verdana"/>
              </a:rPr>
              <a:t> </a:t>
            </a:r>
            <a:r>
              <a:rPr dirty="0" sz="1500" spc="-25">
                <a:solidFill>
                  <a:srgbClr val="374552"/>
                </a:solidFill>
                <a:latin typeface="Verdana"/>
                <a:cs typeface="Verdana"/>
              </a:rPr>
              <a:t>Acceptance</a:t>
            </a:r>
            <a:r>
              <a:rPr dirty="0" sz="1500" spc="-40">
                <a:solidFill>
                  <a:srgbClr val="374552"/>
                </a:solidFill>
                <a:latin typeface="Verdana"/>
                <a:cs typeface="Verdana"/>
              </a:rPr>
              <a:t> </a:t>
            </a:r>
            <a:r>
              <a:rPr dirty="0" sz="1500" spc="-80">
                <a:solidFill>
                  <a:srgbClr val="374552"/>
                </a:solidFill>
                <a:latin typeface="Verdana"/>
                <a:cs typeface="Verdana"/>
              </a:rPr>
              <a:t>Testing </a:t>
            </a:r>
            <a:r>
              <a:rPr dirty="0" sz="1500" spc="-10">
                <a:solidFill>
                  <a:srgbClr val="374552"/>
                </a:solidFill>
                <a:latin typeface="Verdana"/>
                <a:cs typeface="Verdana"/>
              </a:rPr>
              <a:t>(UAT/PTE)</a:t>
            </a:r>
            <a:endParaRPr sz="1500">
              <a:latin typeface="Verdana"/>
              <a:cs typeface="Verdana"/>
            </a:endParaRPr>
          </a:p>
          <a:p>
            <a:pPr marL="12700">
              <a:lnSpc>
                <a:spcPct val="100000"/>
              </a:lnSpc>
              <a:spcBef>
                <a:spcPts val="900"/>
              </a:spcBef>
            </a:pPr>
            <a:r>
              <a:rPr dirty="0" sz="1200">
                <a:solidFill>
                  <a:srgbClr val="374552"/>
                </a:solidFill>
                <a:latin typeface="Trebuchet MS"/>
                <a:cs typeface="Trebuchet MS"/>
              </a:rPr>
              <a:t>Dedicated</a:t>
            </a:r>
            <a:r>
              <a:rPr dirty="0" sz="1200" spc="-10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1200">
                <a:solidFill>
                  <a:srgbClr val="374552"/>
                </a:solidFill>
                <a:latin typeface="Trebuchet MS"/>
                <a:cs typeface="Trebuchet MS"/>
              </a:rPr>
              <a:t>DCs:</a:t>
            </a:r>
            <a:r>
              <a:rPr dirty="0" sz="1200" spc="-10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1200" spc="60" b="1">
                <a:solidFill>
                  <a:srgbClr val="374552"/>
                </a:solidFill>
                <a:latin typeface="Trebuchet MS"/>
                <a:cs typeface="Trebuchet MS"/>
              </a:rPr>
              <a:t>Manassas</a:t>
            </a:r>
            <a:r>
              <a:rPr dirty="0" sz="1200" spc="-10" b="1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1200" spc="-100">
                <a:solidFill>
                  <a:srgbClr val="374552"/>
                </a:solidFill>
                <a:latin typeface="Trebuchet MS"/>
                <a:cs typeface="Trebuchet MS"/>
              </a:rPr>
              <a:t>&amp;</a:t>
            </a:r>
            <a:r>
              <a:rPr dirty="0" sz="1200" spc="-10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1200" spc="-10" b="1">
                <a:solidFill>
                  <a:srgbClr val="374552"/>
                </a:solidFill>
                <a:latin typeface="Trebuchet MS"/>
                <a:cs typeface="Trebuchet MS"/>
              </a:rPr>
              <a:t>Garland</a:t>
            </a:r>
            <a:endParaRPr sz="1200">
              <a:latin typeface="Trebuchet MS"/>
              <a:cs typeface="Trebuchet MS"/>
            </a:endParaRPr>
          </a:p>
          <a:p>
            <a:pPr marL="12700" marR="5080">
              <a:lnSpc>
                <a:spcPct val="128499"/>
              </a:lnSpc>
              <a:spcBef>
                <a:spcPts val="700"/>
              </a:spcBef>
            </a:pPr>
            <a:r>
              <a:rPr dirty="0" sz="1200" spc="-10" b="1">
                <a:solidFill>
                  <a:srgbClr val="374552"/>
                </a:solidFill>
                <a:latin typeface="Trebuchet MS"/>
                <a:cs typeface="Trebuchet MS"/>
              </a:rPr>
              <a:t>UAT</a:t>
            </a:r>
            <a:r>
              <a:rPr dirty="0" sz="1200" spc="-10">
                <a:solidFill>
                  <a:srgbClr val="374552"/>
                </a:solidFill>
                <a:latin typeface="Trebuchet MS"/>
                <a:cs typeface="Trebuchet MS"/>
              </a:rPr>
              <a:t>/</a:t>
            </a:r>
            <a:r>
              <a:rPr dirty="0" sz="1200" spc="-10" b="1">
                <a:solidFill>
                  <a:srgbClr val="374552"/>
                </a:solidFill>
                <a:latin typeface="Trebuchet MS"/>
                <a:cs typeface="Trebuchet MS"/>
              </a:rPr>
              <a:t>PTE</a:t>
            </a:r>
            <a:r>
              <a:rPr dirty="0" sz="1200" spc="-40" b="1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1200" spc="-45">
                <a:solidFill>
                  <a:srgbClr val="374552"/>
                </a:solidFill>
                <a:latin typeface="Trebuchet MS"/>
                <a:cs typeface="Trebuchet MS"/>
              </a:rPr>
              <a:t>will</a:t>
            </a:r>
            <a:r>
              <a:rPr dirty="0" sz="1200" spc="-40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1200" spc="-30">
                <a:solidFill>
                  <a:srgbClr val="374552"/>
                </a:solidFill>
                <a:latin typeface="Trebuchet MS"/>
                <a:cs typeface="Trebuchet MS"/>
              </a:rPr>
              <a:t>utilize</a:t>
            </a:r>
            <a:r>
              <a:rPr dirty="0" sz="1200" spc="-40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1200" spc="-45" b="1">
                <a:solidFill>
                  <a:srgbClr val="374552"/>
                </a:solidFill>
                <a:latin typeface="Trebuchet MS"/>
                <a:cs typeface="Trebuchet MS"/>
              </a:rPr>
              <a:t>two</a:t>
            </a:r>
            <a:r>
              <a:rPr dirty="0" sz="1200" spc="-40" b="1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1200" spc="-25" b="1">
                <a:solidFill>
                  <a:srgbClr val="374552"/>
                </a:solidFill>
                <a:latin typeface="Trebuchet MS"/>
                <a:cs typeface="Trebuchet MS"/>
              </a:rPr>
              <a:t>dedicated</a:t>
            </a:r>
            <a:r>
              <a:rPr dirty="0" sz="1200" spc="-40" b="1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1200" spc="-20" b="1">
                <a:solidFill>
                  <a:srgbClr val="374552"/>
                </a:solidFill>
                <a:latin typeface="Trebuchet MS"/>
                <a:cs typeface="Trebuchet MS"/>
              </a:rPr>
              <a:t>DCs</a:t>
            </a:r>
            <a:r>
              <a:rPr dirty="0" sz="1200" spc="-20">
                <a:solidFill>
                  <a:srgbClr val="374552"/>
                </a:solidFill>
                <a:latin typeface="Trebuchet MS"/>
                <a:cs typeface="Trebuchet MS"/>
              </a:rPr>
              <a:t>, </a:t>
            </a:r>
            <a:r>
              <a:rPr dirty="0" sz="1200" spc="60" b="1">
                <a:solidFill>
                  <a:srgbClr val="374552"/>
                </a:solidFill>
                <a:latin typeface="Trebuchet MS"/>
                <a:cs typeface="Trebuchet MS"/>
              </a:rPr>
              <a:t>Manassas</a:t>
            </a:r>
            <a:r>
              <a:rPr dirty="0" sz="1200" spc="-25" b="1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1200">
                <a:solidFill>
                  <a:srgbClr val="374552"/>
                </a:solidFill>
                <a:latin typeface="Trebuchet MS"/>
                <a:cs typeface="Trebuchet MS"/>
              </a:rPr>
              <a:t>and</a:t>
            </a:r>
            <a:r>
              <a:rPr dirty="0" sz="1200" spc="-30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1200" spc="-45" b="1">
                <a:solidFill>
                  <a:srgbClr val="374552"/>
                </a:solidFill>
                <a:latin typeface="Trebuchet MS"/>
                <a:cs typeface="Trebuchet MS"/>
              </a:rPr>
              <a:t>Garland</a:t>
            </a:r>
            <a:r>
              <a:rPr dirty="0" sz="1200" spc="-45">
                <a:solidFill>
                  <a:srgbClr val="374552"/>
                </a:solidFill>
                <a:latin typeface="Trebuchet MS"/>
                <a:cs typeface="Trebuchet MS"/>
              </a:rPr>
              <a:t>, </a:t>
            </a:r>
            <a:r>
              <a:rPr dirty="0" sz="1200" spc="-20">
                <a:solidFill>
                  <a:srgbClr val="374552"/>
                </a:solidFill>
                <a:latin typeface="Trebuchet MS"/>
                <a:cs typeface="Trebuchet MS"/>
              </a:rPr>
              <a:t>to</a:t>
            </a:r>
            <a:r>
              <a:rPr dirty="0" sz="1200" spc="-25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1200">
                <a:solidFill>
                  <a:srgbClr val="374552"/>
                </a:solidFill>
                <a:latin typeface="Trebuchet MS"/>
                <a:cs typeface="Trebuchet MS"/>
              </a:rPr>
              <a:t>simulate</a:t>
            </a:r>
            <a:r>
              <a:rPr dirty="0" sz="1200" spc="-25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1200" spc="-10">
                <a:solidFill>
                  <a:srgbClr val="374552"/>
                </a:solidFill>
                <a:latin typeface="Trebuchet MS"/>
                <a:cs typeface="Trebuchet MS"/>
              </a:rPr>
              <a:t>real-</a:t>
            </a:r>
            <a:r>
              <a:rPr dirty="0" sz="1200">
                <a:solidFill>
                  <a:srgbClr val="374552"/>
                </a:solidFill>
                <a:latin typeface="Trebuchet MS"/>
                <a:cs typeface="Trebuchet MS"/>
              </a:rPr>
              <a:t>world</a:t>
            </a:r>
            <a:r>
              <a:rPr dirty="0" sz="1200" spc="15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1200">
                <a:solidFill>
                  <a:srgbClr val="374552"/>
                </a:solidFill>
                <a:latin typeface="Trebuchet MS"/>
                <a:cs typeface="Trebuchet MS"/>
              </a:rPr>
              <a:t>scenarios</a:t>
            </a:r>
            <a:r>
              <a:rPr dirty="0" sz="1200" spc="20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1200">
                <a:solidFill>
                  <a:srgbClr val="374552"/>
                </a:solidFill>
                <a:latin typeface="Trebuchet MS"/>
                <a:cs typeface="Trebuchet MS"/>
              </a:rPr>
              <a:t>and</a:t>
            </a:r>
            <a:r>
              <a:rPr dirty="0" sz="1200" spc="20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1200">
                <a:solidFill>
                  <a:srgbClr val="374552"/>
                </a:solidFill>
                <a:latin typeface="Trebuchet MS"/>
                <a:cs typeface="Trebuchet MS"/>
              </a:rPr>
              <a:t>handle</a:t>
            </a:r>
            <a:r>
              <a:rPr dirty="0" sz="1200" spc="20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1200" spc="-10">
                <a:solidFill>
                  <a:srgbClr val="374552"/>
                </a:solidFill>
                <a:latin typeface="Trebuchet MS"/>
                <a:cs typeface="Trebuchet MS"/>
              </a:rPr>
              <a:t>performance testing.</a:t>
            </a:r>
            <a:endParaRPr sz="1200">
              <a:latin typeface="Trebuchet MS"/>
              <a:cs typeface="Trebuchet MS"/>
            </a:endParaRPr>
          </a:p>
        </p:txBody>
      </p:sp>
      <p:sp>
        <p:nvSpPr>
          <p:cNvPr id="22" name="object 22"/>
          <p:cNvSpPr txBox="1"/>
          <p:nvPr/>
        </p:nvSpPr>
        <p:spPr>
          <a:xfrm>
            <a:off x="607466" y="5690209"/>
            <a:ext cx="9446895" cy="211454"/>
          </a:xfrm>
          <a:prstGeom prst="rect">
            <a:avLst/>
          </a:prstGeom>
        </p:spPr>
        <p:txBody>
          <a:bodyPr wrap="square" lIns="0" tIns="1524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dirty="0" sz="1200">
                <a:solidFill>
                  <a:srgbClr val="374552"/>
                </a:solidFill>
                <a:latin typeface="Trebuchet MS"/>
                <a:cs typeface="Trebuchet MS"/>
              </a:rPr>
              <a:t>Each</a:t>
            </a:r>
            <a:r>
              <a:rPr dirty="0" sz="1200" spc="-15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1200">
                <a:solidFill>
                  <a:srgbClr val="374552"/>
                </a:solidFill>
                <a:latin typeface="Trebuchet MS"/>
                <a:cs typeface="Trebuchet MS"/>
              </a:rPr>
              <a:t>non-</a:t>
            </a:r>
            <a:r>
              <a:rPr dirty="0" sz="1200" spc="-10">
                <a:solidFill>
                  <a:srgbClr val="374552"/>
                </a:solidFill>
                <a:latin typeface="Trebuchet MS"/>
                <a:cs typeface="Trebuchet MS"/>
              </a:rPr>
              <a:t>production </a:t>
            </a:r>
            <a:r>
              <a:rPr dirty="0" sz="1200" spc="65">
                <a:solidFill>
                  <a:srgbClr val="374552"/>
                </a:solidFill>
                <a:latin typeface="Trebuchet MS"/>
                <a:cs typeface="Trebuchet MS"/>
              </a:rPr>
              <a:t>DC</a:t>
            </a:r>
            <a:r>
              <a:rPr dirty="0" sz="1200" spc="-10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1200" spc="-45">
                <a:solidFill>
                  <a:srgbClr val="374552"/>
                </a:solidFill>
                <a:latin typeface="Trebuchet MS"/>
                <a:cs typeface="Trebuchet MS"/>
              </a:rPr>
              <a:t>will</a:t>
            </a:r>
            <a:r>
              <a:rPr dirty="0" sz="1200" spc="-15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1200" spc="-10">
                <a:solidFill>
                  <a:srgbClr val="374552"/>
                </a:solidFill>
                <a:latin typeface="Trebuchet MS"/>
                <a:cs typeface="Trebuchet MS"/>
              </a:rPr>
              <a:t>operate </a:t>
            </a:r>
            <a:r>
              <a:rPr dirty="0" sz="1200" spc="-35">
                <a:solidFill>
                  <a:srgbClr val="374552"/>
                </a:solidFill>
                <a:latin typeface="Trebuchet MS"/>
                <a:cs typeface="Trebuchet MS"/>
              </a:rPr>
              <a:t>independently,</a:t>
            </a:r>
            <a:r>
              <a:rPr dirty="0" sz="1200" spc="-10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1200" spc="-20">
                <a:solidFill>
                  <a:srgbClr val="374552"/>
                </a:solidFill>
                <a:latin typeface="Trebuchet MS"/>
                <a:cs typeface="Trebuchet MS"/>
              </a:rPr>
              <a:t>without</a:t>
            </a:r>
            <a:r>
              <a:rPr dirty="0" sz="1200" spc="-15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1200">
                <a:solidFill>
                  <a:srgbClr val="374552"/>
                </a:solidFill>
                <a:latin typeface="Trebuchet MS"/>
                <a:cs typeface="Trebuchet MS"/>
              </a:rPr>
              <a:t>CCR,</a:t>
            </a:r>
            <a:r>
              <a:rPr dirty="0" sz="1200" spc="-10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1200">
                <a:solidFill>
                  <a:srgbClr val="374552"/>
                </a:solidFill>
                <a:latin typeface="Trebuchet MS"/>
                <a:cs typeface="Trebuchet MS"/>
              </a:rPr>
              <a:t>reducing</a:t>
            </a:r>
            <a:r>
              <a:rPr dirty="0" sz="1200" spc="-10">
                <a:solidFill>
                  <a:srgbClr val="374552"/>
                </a:solidFill>
                <a:latin typeface="Trebuchet MS"/>
                <a:cs typeface="Trebuchet MS"/>
              </a:rPr>
              <a:t> complexity</a:t>
            </a:r>
            <a:r>
              <a:rPr dirty="0" sz="1200" spc="-15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1200">
                <a:solidFill>
                  <a:srgbClr val="374552"/>
                </a:solidFill>
                <a:latin typeface="Trebuchet MS"/>
                <a:cs typeface="Trebuchet MS"/>
              </a:rPr>
              <a:t>and</a:t>
            </a:r>
            <a:r>
              <a:rPr dirty="0" sz="1200" spc="-10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1200">
                <a:solidFill>
                  <a:srgbClr val="374552"/>
                </a:solidFill>
                <a:latin typeface="Trebuchet MS"/>
                <a:cs typeface="Trebuchet MS"/>
              </a:rPr>
              <a:t>resource</a:t>
            </a:r>
            <a:r>
              <a:rPr dirty="0" sz="1200" spc="-10">
                <a:solidFill>
                  <a:srgbClr val="374552"/>
                </a:solidFill>
                <a:latin typeface="Trebuchet MS"/>
                <a:cs typeface="Trebuchet MS"/>
              </a:rPr>
              <a:t> requirements</a:t>
            </a:r>
            <a:r>
              <a:rPr dirty="0" sz="1200" spc="-15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1200" spc="-10">
                <a:solidFill>
                  <a:srgbClr val="374552"/>
                </a:solidFill>
                <a:latin typeface="Trebuchet MS"/>
                <a:cs typeface="Trebuchet MS"/>
              </a:rPr>
              <a:t>for </a:t>
            </a:r>
            <a:r>
              <a:rPr dirty="0" sz="1200">
                <a:solidFill>
                  <a:srgbClr val="374552"/>
                </a:solidFill>
                <a:latin typeface="Trebuchet MS"/>
                <a:cs typeface="Trebuchet MS"/>
              </a:rPr>
              <a:t>these</a:t>
            </a:r>
            <a:r>
              <a:rPr dirty="0" sz="1200" spc="-10">
                <a:solidFill>
                  <a:srgbClr val="374552"/>
                </a:solidFill>
                <a:latin typeface="Trebuchet MS"/>
                <a:cs typeface="Trebuchet MS"/>
              </a:rPr>
              <a:t> environments.</a:t>
            </a:r>
            <a:endParaRPr sz="1200">
              <a:latin typeface="Trebuchet MS"/>
              <a:cs typeface="Trebuchet MS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1"/>
            <a:ext cx="11430000" cy="6438900"/>
          </a:xfrm>
          <a:custGeom>
            <a:avLst/>
            <a:gdLst/>
            <a:ahLst/>
            <a:cxnLst/>
            <a:rect l="l" t="t" r="r" b="b"/>
            <a:pathLst>
              <a:path w="11430000" h="6438900">
                <a:moveTo>
                  <a:pt x="11430000" y="0"/>
                </a:moveTo>
                <a:lnTo>
                  <a:pt x="0" y="0"/>
                </a:lnTo>
                <a:lnTo>
                  <a:pt x="0" y="6438900"/>
                </a:lnTo>
                <a:lnTo>
                  <a:pt x="11430000" y="6438900"/>
                </a:lnTo>
                <a:lnTo>
                  <a:pt x="11430000" y="0"/>
                </a:lnTo>
                <a:close/>
              </a:path>
            </a:pathLst>
          </a:custGeom>
          <a:solidFill>
            <a:srgbClr val="F9F9F5"/>
          </a:solidFill>
        </p:spPr>
        <p:txBody>
          <a:bodyPr wrap="square" lIns="0" tIns="0" rIns="0" bIns="0" rtlCol="0"/>
          <a:lstStyle/>
          <a:p/>
        </p:txBody>
      </p:sp>
      <p:sp>
        <p:nvSpPr>
          <p:cNvPr id="3" name="object 3"/>
          <p:cNvSpPr txBox="1"/>
          <p:nvPr/>
        </p:nvSpPr>
        <p:spPr>
          <a:xfrm>
            <a:off x="605675" y="404393"/>
            <a:ext cx="1567815" cy="199390"/>
          </a:xfrm>
          <a:prstGeom prst="rect">
            <a:avLst/>
          </a:prstGeom>
        </p:spPr>
        <p:txBody>
          <a:bodyPr wrap="square" lIns="0" tIns="1143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dirty="0" sz="1150" spc="-75">
                <a:solidFill>
                  <a:srgbClr val="2D3B4E"/>
                </a:solidFill>
                <a:latin typeface="Verdana"/>
                <a:cs typeface="Verdana"/>
              </a:rPr>
              <a:t>Current</a:t>
            </a:r>
            <a:r>
              <a:rPr dirty="0" sz="1150" spc="-30">
                <a:solidFill>
                  <a:srgbClr val="2D3B4E"/>
                </a:solidFill>
                <a:latin typeface="Verdana"/>
                <a:cs typeface="Verdana"/>
              </a:rPr>
              <a:t> </a:t>
            </a:r>
            <a:r>
              <a:rPr dirty="0" sz="1150" spc="-85">
                <a:solidFill>
                  <a:srgbClr val="2D3B4E"/>
                </a:solidFill>
                <a:latin typeface="Verdana"/>
                <a:cs typeface="Verdana"/>
              </a:rPr>
              <a:t>State</a:t>
            </a:r>
            <a:r>
              <a:rPr dirty="0" sz="1150" spc="-25">
                <a:solidFill>
                  <a:srgbClr val="2D3B4E"/>
                </a:solidFill>
                <a:latin typeface="Verdana"/>
                <a:cs typeface="Verdana"/>
              </a:rPr>
              <a:t> </a:t>
            </a:r>
            <a:r>
              <a:rPr dirty="0" sz="1150" spc="-60">
                <a:solidFill>
                  <a:srgbClr val="2D3B4E"/>
                </a:solidFill>
                <a:latin typeface="Verdana"/>
                <a:cs typeface="Verdana"/>
              </a:rPr>
              <a:t>Definition</a:t>
            </a:r>
            <a:endParaRPr sz="1150">
              <a:latin typeface="Verdana"/>
              <a:cs typeface="Verdana"/>
            </a:endParaRPr>
          </a:p>
        </p:txBody>
      </p:sp>
      <p:sp>
        <p:nvSpPr>
          <p:cNvPr id="4" name="object 4" descr="$PPTXTitle"/>
          <p:cNvSpPr txBox="1">
            <a:spLocks noGrp="1"/>
          </p:cNvSpPr>
          <p:nvPr>
            <p:ph type="title"/>
          </p:nvPr>
        </p:nvSpPr>
        <p:spPr>
          <a:xfrm>
            <a:off x="605675" y="621385"/>
            <a:ext cx="6268085" cy="373380"/>
          </a:xfrm>
          <a:prstGeom prst="rect"/>
        </p:spPr>
        <p:txBody>
          <a:bodyPr wrap="square" lIns="0" tIns="1651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dirty="0" sz="2250" spc="-114"/>
              <a:t>Understanding</a:t>
            </a:r>
            <a:r>
              <a:rPr dirty="0" sz="2250" spc="-25"/>
              <a:t> </a:t>
            </a:r>
            <a:r>
              <a:rPr dirty="0" sz="2250" spc="-114"/>
              <a:t>Existing</a:t>
            </a:r>
            <a:r>
              <a:rPr dirty="0" sz="2250" spc="-25"/>
              <a:t> </a:t>
            </a:r>
            <a:r>
              <a:rPr dirty="0" sz="2250" spc="-95"/>
              <a:t>Elasticsearch</a:t>
            </a:r>
            <a:r>
              <a:rPr dirty="0" sz="2250" spc="-25"/>
              <a:t> </a:t>
            </a:r>
            <a:r>
              <a:rPr dirty="0" sz="2250" spc="-160"/>
              <a:t>Data</a:t>
            </a:r>
            <a:r>
              <a:rPr dirty="0" sz="2250" spc="-25"/>
              <a:t> </a:t>
            </a:r>
            <a:r>
              <a:rPr dirty="0" sz="2250" spc="-20"/>
              <a:t>Flow</a:t>
            </a:r>
            <a:endParaRPr sz="2250"/>
          </a:p>
        </p:txBody>
      </p:sp>
      <p:sp>
        <p:nvSpPr>
          <p:cNvPr id="5" name="object 5"/>
          <p:cNvSpPr txBox="1"/>
          <p:nvPr/>
        </p:nvSpPr>
        <p:spPr>
          <a:xfrm>
            <a:off x="605680" y="1096335"/>
            <a:ext cx="9798050" cy="330200"/>
          </a:xfrm>
          <a:prstGeom prst="rect">
            <a:avLst/>
          </a:prstGeom>
        </p:spPr>
        <p:txBody>
          <a:bodyPr wrap="square" lIns="0" tIns="12065" rIns="0" bIns="0" rtlCol="0" vert="horz">
            <a:spAutoFit/>
          </a:bodyPr>
          <a:lstStyle/>
          <a:p>
            <a:pPr marL="12700" marR="5080" indent="-635">
              <a:lnSpc>
                <a:spcPct val="111100"/>
              </a:lnSpc>
              <a:spcBef>
                <a:spcPts val="95"/>
              </a:spcBef>
            </a:pPr>
            <a:r>
              <a:rPr dirty="0" sz="900">
                <a:solidFill>
                  <a:srgbClr val="374552"/>
                </a:solidFill>
                <a:latin typeface="Trebuchet MS"/>
                <a:cs typeface="Trebuchet MS"/>
              </a:rPr>
              <a:t>The </a:t>
            </a:r>
            <a:r>
              <a:rPr dirty="0" sz="900" spc="-20">
                <a:solidFill>
                  <a:srgbClr val="374552"/>
                </a:solidFill>
                <a:latin typeface="Trebuchet MS"/>
                <a:cs typeface="Trebuchet MS"/>
              </a:rPr>
              <a:t>current</a:t>
            </a:r>
            <a:r>
              <a:rPr dirty="0" sz="900" spc="5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900">
                <a:solidFill>
                  <a:srgbClr val="374552"/>
                </a:solidFill>
                <a:latin typeface="Trebuchet MS"/>
                <a:cs typeface="Trebuchet MS"/>
              </a:rPr>
              <a:t>GRDA </a:t>
            </a:r>
            <a:r>
              <a:rPr dirty="0" sz="900" spc="-10">
                <a:solidFill>
                  <a:srgbClr val="374552"/>
                </a:solidFill>
                <a:latin typeface="Trebuchet MS"/>
                <a:cs typeface="Trebuchet MS"/>
              </a:rPr>
              <a:t>application's</a:t>
            </a:r>
            <a:r>
              <a:rPr dirty="0" sz="900" spc="5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900">
                <a:solidFill>
                  <a:srgbClr val="374552"/>
                </a:solidFill>
                <a:latin typeface="Trebuchet MS"/>
                <a:cs typeface="Trebuchet MS"/>
              </a:rPr>
              <a:t>Elasticsearch </a:t>
            </a:r>
            <a:r>
              <a:rPr dirty="0" sz="900" spc="-10">
                <a:solidFill>
                  <a:srgbClr val="374552"/>
                </a:solidFill>
                <a:latin typeface="Trebuchet MS"/>
                <a:cs typeface="Trebuchet MS"/>
              </a:rPr>
              <a:t>implementation</a:t>
            </a:r>
            <a:r>
              <a:rPr dirty="0" sz="900" spc="5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900" spc="-10">
                <a:solidFill>
                  <a:srgbClr val="374552"/>
                </a:solidFill>
                <a:latin typeface="Trebuchet MS"/>
                <a:cs typeface="Trebuchet MS"/>
              </a:rPr>
              <a:t>relies</a:t>
            </a:r>
            <a:r>
              <a:rPr dirty="0" sz="900">
                <a:solidFill>
                  <a:srgbClr val="374552"/>
                </a:solidFill>
                <a:latin typeface="Trebuchet MS"/>
                <a:cs typeface="Trebuchet MS"/>
              </a:rPr>
              <a:t> on</a:t>
            </a:r>
            <a:r>
              <a:rPr dirty="0" sz="900" spc="5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900">
                <a:solidFill>
                  <a:srgbClr val="374552"/>
                </a:solidFill>
                <a:latin typeface="Trebuchet MS"/>
                <a:cs typeface="Trebuchet MS"/>
              </a:rPr>
              <a:t>a specific </a:t>
            </a:r>
            <a:r>
              <a:rPr dirty="0" sz="900" spc="-10">
                <a:solidFill>
                  <a:srgbClr val="374552"/>
                </a:solidFill>
                <a:latin typeface="Trebuchet MS"/>
                <a:cs typeface="Trebuchet MS"/>
              </a:rPr>
              <a:t>data</a:t>
            </a:r>
            <a:r>
              <a:rPr dirty="0" sz="900" spc="-5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900" spc="-20">
                <a:solidFill>
                  <a:srgbClr val="374552"/>
                </a:solidFill>
                <a:latin typeface="Trebuchet MS"/>
                <a:cs typeface="Trebuchet MS"/>
              </a:rPr>
              <a:t>writing</a:t>
            </a:r>
            <a:r>
              <a:rPr dirty="0" sz="900">
                <a:solidFill>
                  <a:srgbClr val="374552"/>
                </a:solidFill>
                <a:latin typeface="Trebuchet MS"/>
                <a:cs typeface="Trebuchet MS"/>
              </a:rPr>
              <a:t> and synchronization</a:t>
            </a:r>
            <a:r>
              <a:rPr dirty="0" sz="900" spc="5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900">
                <a:solidFill>
                  <a:srgbClr val="374552"/>
                </a:solidFill>
                <a:latin typeface="Trebuchet MS"/>
                <a:cs typeface="Trebuchet MS"/>
              </a:rPr>
              <a:t>mechanism.</a:t>
            </a:r>
            <a:r>
              <a:rPr dirty="0" sz="900" spc="-20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900">
                <a:solidFill>
                  <a:srgbClr val="374552"/>
                </a:solidFill>
                <a:latin typeface="Trebuchet MS"/>
                <a:cs typeface="Trebuchet MS"/>
              </a:rPr>
              <a:t>This</a:t>
            </a:r>
            <a:r>
              <a:rPr dirty="0" sz="900" spc="5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900">
                <a:solidFill>
                  <a:srgbClr val="374552"/>
                </a:solidFill>
                <a:latin typeface="Trebuchet MS"/>
                <a:cs typeface="Trebuchet MS"/>
              </a:rPr>
              <a:t>understanding</a:t>
            </a:r>
            <a:r>
              <a:rPr dirty="0" sz="900" spc="-5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900">
                <a:solidFill>
                  <a:srgbClr val="374552"/>
                </a:solidFill>
                <a:latin typeface="Trebuchet MS"/>
                <a:cs typeface="Trebuchet MS"/>
              </a:rPr>
              <a:t>is</a:t>
            </a:r>
            <a:r>
              <a:rPr dirty="0" sz="900" spc="5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900" spc="-10">
                <a:solidFill>
                  <a:srgbClr val="374552"/>
                </a:solidFill>
                <a:latin typeface="Trebuchet MS"/>
                <a:cs typeface="Trebuchet MS"/>
              </a:rPr>
              <a:t>crucial</a:t>
            </a:r>
            <a:r>
              <a:rPr dirty="0" sz="900" spc="5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900" spc="-10">
                <a:solidFill>
                  <a:srgbClr val="374552"/>
                </a:solidFill>
                <a:latin typeface="Trebuchet MS"/>
                <a:cs typeface="Trebuchet MS"/>
              </a:rPr>
              <a:t>for</a:t>
            </a:r>
            <a:r>
              <a:rPr dirty="0" sz="900">
                <a:solidFill>
                  <a:srgbClr val="374552"/>
                </a:solidFill>
                <a:latin typeface="Trebuchet MS"/>
                <a:cs typeface="Trebuchet MS"/>
              </a:rPr>
              <a:t> a smooth</a:t>
            </a:r>
            <a:r>
              <a:rPr dirty="0" sz="900" spc="-5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900" spc="-20">
                <a:solidFill>
                  <a:srgbClr val="374552"/>
                </a:solidFill>
                <a:latin typeface="Trebuchet MS"/>
                <a:cs typeface="Trebuchet MS"/>
              </a:rPr>
              <a:t>transition</a:t>
            </a:r>
            <a:r>
              <a:rPr dirty="0" sz="900" spc="5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900" spc="-30">
                <a:solidFill>
                  <a:srgbClr val="374552"/>
                </a:solidFill>
                <a:latin typeface="Trebuchet MS"/>
                <a:cs typeface="Trebuchet MS"/>
              </a:rPr>
              <a:t>to</a:t>
            </a:r>
            <a:r>
              <a:rPr dirty="0" sz="900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900" spc="-20">
                <a:solidFill>
                  <a:srgbClr val="374552"/>
                </a:solidFill>
                <a:latin typeface="Trebuchet MS"/>
                <a:cs typeface="Trebuchet MS"/>
              </a:rPr>
              <a:t>the</a:t>
            </a:r>
            <a:r>
              <a:rPr dirty="0" sz="900" spc="5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900" spc="-25">
                <a:solidFill>
                  <a:srgbClr val="374552"/>
                </a:solidFill>
                <a:latin typeface="Trebuchet MS"/>
                <a:cs typeface="Trebuchet MS"/>
              </a:rPr>
              <a:t>new </a:t>
            </a:r>
            <a:r>
              <a:rPr dirty="0" sz="900" spc="-10">
                <a:solidFill>
                  <a:srgbClr val="374552"/>
                </a:solidFill>
                <a:latin typeface="Trebuchet MS"/>
                <a:cs typeface="Trebuchet MS"/>
              </a:rPr>
              <a:t>architecture.</a:t>
            </a:r>
            <a:endParaRPr sz="900">
              <a:latin typeface="Trebuchet MS"/>
              <a:cs typeface="Trebuchet MS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3076524" y="2769666"/>
            <a:ext cx="5482590" cy="1838960"/>
            <a:chOff x="3076524" y="2769666"/>
            <a:chExt cx="5482590" cy="1838960"/>
          </a:xfrm>
        </p:grpSpPr>
        <p:sp>
          <p:nvSpPr>
            <p:cNvPr id="7" name="object 7"/>
            <p:cNvSpPr/>
            <p:nvPr/>
          </p:nvSpPr>
          <p:spPr>
            <a:xfrm>
              <a:off x="3080334" y="2773476"/>
              <a:ext cx="1464945" cy="944880"/>
            </a:xfrm>
            <a:custGeom>
              <a:avLst/>
              <a:gdLst/>
              <a:ahLst/>
              <a:cxnLst/>
              <a:rect l="l" t="t" r="r" b="b"/>
              <a:pathLst>
                <a:path w="1464945" h="944879">
                  <a:moveTo>
                    <a:pt x="1464881" y="0"/>
                  </a:moveTo>
                  <a:lnTo>
                    <a:pt x="0" y="0"/>
                  </a:lnTo>
                  <a:lnTo>
                    <a:pt x="0" y="944600"/>
                  </a:lnTo>
                  <a:lnTo>
                    <a:pt x="1206754" y="944600"/>
                  </a:lnTo>
                  <a:lnTo>
                    <a:pt x="1206754" y="232486"/>
                  </a:lnTo>
                  <a:lnTo>
                    <a:pt x="1335722" y="115100"/>
                  </a:lnTo>
                  <a:lnTo>
                    <a:pt x="1464881" y="0"/>
                  </a:lnTo>
                  <a:close/>
                </a:path>
              </a:pathLst>
            </a:custGeom>
            <a:solidFill>
              <a:srgbClr val="245B69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8" name="object 8"/>
            <p:cNvSpPr/>
            <p:nvPr/>
          </p:nvSpPr>
          <p:spPr>
            <a:xfrm>
              <a:off x="3080334" y="2773476"/>
              <a:ext cx="1464945" cy="944880"/>
            </a:xfrm>
            <a:custGeom>
              <a:avLst/>
              <a:gdLst/>
              <a:ahLst/>
              <a:cxnLst/>
              <a:rect l="l" t="t" r="r" b="b"/>
              <a:pathLst>
                <a:path w="1464945" h="944879">
                  <a:moveTo>
                    <a:pt x="0" y="0"/>
                  </a:moveTo>
                  <a:lnTo>
                    <a:pt x="1464881" y="0"/>
                  </a:lnTo>
                  <a:lnTo>
                    <a:pt x="1335722" y="115100"/>
                  </a:lnTo>
                  <a:lnTo>
                    <a:pt x="1206754" y="232486"/>
                  </a:lnTo>
                  <a:lnTo>
                    <a:pt x="1206754" y="944600"/>
                  </a:lnTo>
                  <a:lnTo>
                    <a:pt x="0" y="944600"/>
                  </a:lnTo>
                  <a:lnTo>
                    <a:pt x="0" y="0"/>
                  </a:lnTo>
                  <a:close/>
                </a:path>
              </a:pathLst>
            </a:custGeom>
            <a:ln w="7246">
              <a:solidFill>
                <a:srgbClr val="BED3D8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9" name="object 9"/>
            <p:cNvSpPr/>
            <p:nvPr/>
          </p:nvSpPr>
          <p:spPr>
            <a:xfrm>
              <a:off x="4280560" y="2773476"/>
              <a:ext cx="260350" cy="233679"/>
            </a:xfrm>
            <a:custGeom>
              <a:avLst/>
              <a:gdLst/>
              <a:ahLst/>
              <a:cxnLst/>
              <a:rect l="l" t="t" r="r" b="b"/>
              <a:pathLst>
                <a:path w="260350" h="233680">
                  <a:moveTo>
                    <a:pt x="259918" y="0"/>
                  </a:moveTo>
                  <a:lnTo>
                    <a:pt x="0" y="233172"/>
                  </a:lnTo>
                  <a:lnTo>
                    <a:pt x="259918" y="233172"/>
                  </a:lnTo>
                  <a:lnTo>
                    <a:pt x="259918" y="0"/>
                  </a:lnTo>
                  <a:close/>
                </a:path>
              </a:pathLst>
            </a:custGeom>
            <a:solidFill>
              <a:srgbClr val="2B6C7B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0" name="object 10"/>
            <p:cNvSpPr/>
            <p:nvPr/>
          </p:nvSpPr>
          <p:spPr>
            <a:xfrm>
              <a:off x="4280560" y="2773476"/>
              <a:ext cx="260350" cy="233679"/>
            </a:xfrm>
            <a:custGeom>
              <a:avLst/>
              <a:gdLst/>
              <a:ahLst/>
              <a:cxnLst/>
              <a:rect l="l" t="t" r="r" b="b"/>
              <a:pathLst>
                <a:path w="260350" h="233680">
                  <a:moveTo>
                    <a:pt x="259918" y="233172"/>
                  </a:moveTo>
                  <a:lnTo>
                    <a:pt x="259918" y="0"/>
                  </a:lnTo>
                  <a:lnTo>
                    <a:pt x="0" y="233172"/>
                  </a:lnTo>
                  <a:lnTo>
                    <a:pt x="259918" y="233172"/>
                  </a:lnTo>
                  <a:close/>
                </a:path>
              </a:pathLst>
            </a:custGeom>
            <a:ln w="7246">
              <a:solidFill>
                <a:srgbClr val="BED3D8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11" name="object 11"/>
            <p:cNvSpPr/>
            <p:nvPr/>
          </p:nvSpPr>
          <p:spPr>
            <a:xfrm>
              <a:off x="4280560" y="3002826"/>
              <a:ext cx="1464945" cy="944880"/>
            </a:xfrm>
            <a:custGeom>
              <a:avLst/>
              <a:gdLst/>
              <a:ahLst/>
              <a:cxnLst/>
              <a:rect l="l" t="t" r="r" b="b"/>
              <a:pathLst>
                <a:path w="1464945" h="944879">
                  <a:moveTo>
                    <a:pt x="1464868" y="0"/>
                  </a:moveTo>
                  <a:lnTo>
                    <a:pt x="0" y="0"/>
                  </a:lnTo>
                  <a:lnTo>
                    <a:pt x="0" y="944587"/>
                  </a:lnTo>
                  <a:lnTo>
                    <a:pt x="1206741" y="944587"/>
                  </a:lnTo>
                  <a:lnTo>
                    <a:pt x="1206741" y="232486"/>
                  </a:lnTo>
                  <a:lnTo>
                    <a:pt x="1335722" y="115087"/>
                  </a:lnTo>
                  <a:lnTo>
                    <a:pt x="1464868" y="0"/>
                  </a:lnTo>
                  <a:close/>
                </a:path>
              </a:pathLst>
            </a:custGeom>
            <a:solidFill>
              <a:srgbClr val="317B8F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2" name="object 12"/>
            <p:cNvSpPr/>
            <p:nvPr/>
          </p:nvSpPr>
          <p:spPr>
            <a:xfrm>
              <a:off x="4280560" y="3002826"/>
              <a:ext cx="1464945" cy="944880"/>
            </a:xfrm>
            <a:custGeom>
              <a:avLst/>
              <a:gdLst/>
              <a:ahLst/>
              <a:cxnLst/>
              <a:rect l="l" t="t" r="r" b="b"/>
              <a:pathLst>
                <a:path w="1464945" h="944879">
                  <a:moveTo>
                    <a:pt x="0" y="0"/>
                  </a:moveTo>
                  <a:lnTo>
                    <a:pt x="1464868" y="0"/>
                  </a:lnTo>
                  <a:lnTo>
                    <a:pt x="1335722" y="115087"/>
                  </a:lnTo>
                  <a:lnTo>
                    <a:pt x="1206741" y="232486"/>
                  </a:lnTo>
                  <a:lnTo>
                    <a:pt x="1206741" y="944587"/>
                  </a:lnTo>
                  <a:lnTo>
                    <a:pt x="0" y="944587"/>
                  </a:lnTo>
                  <a:lnTo>
                    <a:pt x="0" y="0"/>
                  </a:lnTo>
                  <a:close/>
                </a:path>
              </a:pathLst>
            </a:custGeom>
            <a:ln w="7246">
              <a:solidFill>
                <a:srgbClr val="BED3D8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13" name="object 13"/>
            <p:cNvSpPr/>
            <p:nvPr/>
          </p:nvSpPr>
          <p:spPr>
            <a:xfrm>
              <a:off x="5480773" y="3002826"/>
              <a:ext cx="260350" cy="233679"/>
            </a:xfrm>
            <a:custGeom>
              <a:avLst/>
              <a:gdLst/>
              <a:ahLst/>
              <a:cxnLst/>
              <a:rect l="l" t="t" r="r" b="b"/>
              <a:pathLst>
                <a:path w="260350" h="233680">
                  <a:moveTo>
                    <a:pt x="259918" y="0"/>
                  </a:moveTo>
                  <a:lnTo>
                    <a:pt x="0" y="233159"/>
                  </a:lnTo>
                  <a:lnTo>
                    <a:pt x="259918" y="233159"/>
                  </a:lnTo>
                  <a:lnTo>
                    <a:pt x="259918" y="0"/>
                  </a:lnTo>
                  <a:close/>
                </a:path>
              </a:pathLst>
            </a:custGeom>
            <a:solidFill>
              <a:srgbClr val="378DA1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4" name="object 14"/>
            <p:cNvSpPr/>
            <p:nvPr/>
          </p:nvSpPr>
          <p:spPr>
            <a:xfrm>
              <a:off x="5480773" y="3002826"/>
              <a:ext cx="260350" cy="233679"/>
            </a:xfrm>
            <a:custGeom>
              <a:avLst/>
              <a:gdLst/>
              <a:ahLst/>
              <a:cxnLst/>
              <a:rect l="l" t="t" r="r" b="b"/>
              <a:pathLst>
                <a:path w="260350" h="233680">
                  <a:moveTo>
                    <a:pt x="259918" y="233159"/>
                  </a:moveTo>
                  <a:lnTo>
                    <a:pt x="259918" y="0"/>
                  </a:lnTo>
                  <a:lnTo>
                    <a:pt x="0" y="233159"/>
                  </a:lnTo>
                  <a:lnTo>
                    <a:pt x="259918" y="233159"/>
                  </a:lnTo>
                  <a:close/>
                </a:path>
              </a:pathLst>
            </a:custGeom>
            <a:ln w="7246">
              <a:solidFill>
                <a:srgbClr val="BED3D8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15" name="object 15"/>
            <p:cNvSpPr/>
            <p:nvPr/>
          </p:nvSpPr>
          <p:spPr>
            <a:xfrm>
              <a:off x="5480773" y="3232162"/>
              <a:ext cx="1464945" cy="944880"/>
            </a:xfrm>
            <a:custGeom>
              <a:avLst/>
              <a:gdLst/>
              <a:ahLst/>
              <a:cxnLst/>
              <a:rect l="l" t="t" r="r" b="b"/>
              <a:pathLst>
                <a:path w="1464945" h="944879">
                  <a:moveTo>
                    <a:pt x="1464881" y="0"/>
                  </a:moveTo>
                  <a:lnTo>
                    <a:pt x="0" y="0"/>
                  </a:lnTo>
                  <a:lnTo>
                    <a:pt x="0" y="944600"/>
                  </a:lnTo>
                  <a:lnTo>
                    <a:pt x="1206754" y="944600"/>
                  </a:lnTo>
                  <a:lnTo>
                    <a:pt x="1206754" y="232486"/>
                  </a:lnTo>
                  <a:lnTo>
                    <a:pt x="1335722" y="115087"/>
                  </a:lnTo>
                  <a:lnTo>
                    <a:pt x="1464881" y="0"/>
                  </a:lnTo>
                  <a:close/>
                </a:path>
              </a:pathLst>
            </a:custGeom>
            <a:solidFill>
              <a:srgbClr val="3E9CB4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6" name="object 16"/>
            <p:cNvSpPr/>
            <p:nvPr/>
          </p:nvSpPr>
          <p:spPr>
            <a:xfrm>
              <a:off x="5480773" y="3232162"/>
              <a:ext cx="1464945" cy="944880"/>
            </a:xfrm>
            <a:custGeom>
              <a:avLst/>
              <a:gdLst/>
              <a:ahLst/>
              <a:cxnLst/>
              <a:rect l="l" t="t" r="r" b="b"/>
              <a:pathLst>
                <a:path w="1464945" h="944879">
                  <a:moveTo>
                    <a:pt x="0" y="0"/>
                  </a:moveTo>
                  <a:lnTo>
                    <a:pt x="1464881" y="0"/>
                  </a:lnTo>
                  <a:lnTo>
                    <a:pt x="1335722" y="115087"/>
                  </a:lnTo>
                  <a:lnTo>
                    <a:pt x="1206754" y="232486"/>
                  </a:lnTo>
                  <a:lnTo>
                    <a:pt x="1206754" y="944600"/>
                  </a:lnTo>
                  <a:lnTo>
                    <a:pt x="0" y="944600"/>
                  </a:lnTo>
                  <a:lnTo>
                    <a:pt x="0" y="0"/>
                  </a:lnTo>
                  <a:close/>
                </a:path>
              </a:pathLst>
            </a:custGeom>
            <a:ln w="7246">
              <a:solidFill>
                <a:srgbClr val="BED3D8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17" name="object 17"/>
            <p:cNvSpPr/>
            <p:nvPr/>
          </p:nvSpPr>
          <p:spPr>
            <a:xfrm>
              <a:off x="6680999" y="3232162"/>
              <a:ext cx="260350" cy="233679"/>
            </a:xfrm>
            <a:custGeom>
              <a:avLst/>
              <a:gdLst/>
              <a:ahLst/>
              <a:cxnLst/>
              <a:rect l="l" t="t" r="r" b="b"/>
              <a:pathLst>
                <a:path w="260350" h="233679">
                  <a:moveTo>
                    <a:pt x="259918" y="0"/>
                  </a:moveTo>
                  <a:lnTo>
                    <a:pt x="0" y="233159"/>
                  </a:lnTo>
                  <a:lnTo>
                    <a:pt x="259918" y="233159"/>
                  </a:lnTo>
                  <a:lnTo>
                    <a:pt x="259918" y="0"/>
                  </a:lnTo>
                  <a:close/>
                </a:path>
              </a:pathLst>
            </a:custGeom>
            <a:solidFill>
              <a:srgbClr val="4DA8BF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8" name="object 18"/>
            <p:cNvSpPr/>
            <p:nvPr/>
          </p:nvSpPr>
          <p:spPr>
            <a:xfrm>
              <a:off x="6680999" y="3232162"/>
              <a:ext cx="260350" cy="233679"/>
            </a:xfrm>
            <a:custGeom>
              <a:avLst/>
              <a:gdLst/>
              <a:ahLst/>
              <a:cxnLst/>
              <a:rect l="l" t="t" r="r" b="b"/>
              <a:pathLst>
                <a:path w="260350" h="233679">
                  <a:moveTo>
                    <a:pt x="259918" y="233159"/>
                  </a:moveTo>
                  <a:lnTo>
                    <a:pt x="259918" y="0"/>
                  </a:lnTo>
                  <a:lnTo>
                    <a:pt x="0" y="233159"/>
                  </a:lnTo>
                  <a:lnTo>
                    <a:pt x="259918" y="233159"/>
                  </a:lnTo>
                  <a:close/>
                </a:path>
              </a:pathLst>
            </a:custGeom>
            <a:ln w="7246">
              <a:solidFill>
                <a:srgbClr val="BED3D8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19" name="object 19"/>
            <p:cNvSpPr/>
            <p:nvPr/>
          </p:nvSpPr>
          <p:spPr>
            <a:xfrm>
              <a:off x="6683985" y="3280359"/>
              <a:ext cx="1871345" cy="1324610"/>
            </a:xfrm>
            <a:custGeom>
              <a:avLst/>
              <a:gdLst/>
              <a:ahLst/>
              <a:cxnLst/>
              <a:rect l="l" t="t" r="r" b="b"/>
              <a:pathLst>
                <a:path w="1871345" h="1324610">
                  <a:moveTo>
                    <a:pt x="1401152" y="0"/>
                  </a:moveTo>
                  <a:lnTo>
                    <a:pt x="1401152" y="180263"/>
                  </a:lnTo>
                  <a:lnTo>
                    <a:pt x="0" y="180263"/>
                  </a:lnTo>
                  <a:lnTo>
                    <a:pt x="0" y="1124839"/>
                  </a:lnTo>
                  <a:lnTo>
                    <a:pt x="1401152" y="1124839"/>
                  </a:lnTo>
                  <a:lnTo>
                    <a:pt x="1401152" y="1324102"/>
                  </a:lnTo>
                  <a:lnTo>
                    <a:pt x="1871306" y="662051"/>
                  </a:lnTo>
                  <a:lnTo>
                    <a:pt x="1401152" y="0"/>
                  </a:lnTo>
                  <a:close/>
                </a:path>
              </a:pathLst>
            </a:custGeom>
            <a:solidFill>
              <a:srgbClr val="5FB1C7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20" name="object 20"/>
            <p:cNvSpPr/>
            <p:nvPr/>
          </p:nvSpPr>
          <p:spPr>
            <a:xfrm>
              <a:off x="6683985" y="3280359"/>
              <a:ext cx="1871345" cy="1324610"/>
            </a:xfrm>
            <a:custGeom>
              <a:avLst/>
              <a:gdLst/>
              <a:ahLst/>
              <a:cxnLst/>
              <a:rect l="l" t="t" r="r" b="b"/>
              <a:pathLst>
                <a:path w="1871345" h="1324610">
                  <a:moveTo>
                    <a:pt x="1871306" y="662051"/>
                  </a:moveTo>
                  <a:lnTo>
                    <a:pt x="1401152" y="1324102"/>
                  </a:lnTo>
                  <a:lnTo>
                    <a:pt x="1401152" y="1124839"/>
                  </a:lnTo>
                  <a:lnTo>
                    <a:pt x="0" y="1124839"/>
                  </a:lnTo>
                  <a:lnTo>
                    <a:pt x="0" y="180263"/>
                  </a:lnTo>
                  <a:lnTo>
                    <a:pt x="1401152" y="180263"/>
                  </a:lnTo>
                  <a:lnTo>
                    <a:pt x="1401152" y="0"/>
                  </a:lnTo>
                  <a:lnTo>
                    <a:pt x="1871306" y="662051"/>
                  </a:lnTo>
                  <a:close/>
                </a:path>
              </a:pathLst>
            </a:custGeom>
            <a:ln w="7246">
              <a:solidFill>
                <a:srgbClr val="BED3D8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21" name="object 21"/>
            <p:cNvSpPr/>
            <p:nvPr/>
          </p:nvSpPr>
          <p:spPr>
            <a:xfrm>
              <a:off x="3790162" y="3232324"/>
              <a:ext cx="158750" cy="155575"/>
            </a:xfrm>
            <a:custGeom>
              <a:avLst/>
              <a:gdLst/>
              <a:ahLst/>
              <a:cxnLst/>
              <a:rect l="l" t="t" r="r" b="b"/>
              <a:pathLst>
                <a:path w="158750" h="155575">
                  <a:moveTo>
                    <a:pt x="158470" y="21618"/>
                  </a:moveTo>
                  <a:lnTo>
                    <a:pt x="122943" y="3870"/>
                  </a:lnTo>
                  <a:lnTo>
                    <a:pt x="96050" y="0"/>
                  </a:lnTo>
                  <a:lnTo>
                    <a:pt x="89346" y="100"/>
                  </a:lnTo>
                  <a:lnTo>
                    <a:pt x="51687" y="10684"/>
                  </a:lnTo>
                  <a:lnTo>
                    <a:pt x="17691" y="39779"/>
                  </a:lnTo>
                  <a:lnTo>
                    <a:pt x="2301" y="75996"/>
                  </a:lnTo>
                  <a:lnTo>
                    <a:pt x="0" y="98110"/>
                  </a:lnTo>
                  <a:lnTo>
                    <a:pt x="457" y="105184"/>
                  </a:lnTo>
                  <a:lnTo>
                    <a:pt x="12217" y="142420"/>
                  </a:lnTo>
                  <a:lnTo>
                    <a:pt x="15532" y="147894"/>
                  </a:lnTo>
                  <a:lnTo>
                    <a:pt x="20193" y="155286"/>
                  </a:lnTo>
                </a:path>
              </a:pathLst>
            </a:custGeom>
            <a:ln w="1693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22" name="object 22"/>
            <p:cNvSpPr/>
            <p:nvPr/>
          </p:nvSpPr>
          <p:spPr>
            <a:xfrm>
              <a:off x="3600272" y="3041332"/>
              <a:ext cx="33020" cy="38735"/>
            </a:xfrm>
            <a:custGeom>
              <a:avLst/>
              <a:gdLst/>
              <a:ahLst/>
              <a:cxnLst/>
              <a:rect l="l" t="t" r="r" b="b"/>
              <a:pathLst>
                <a:path w="33020" h="38735">
                  <a:moveTo>
                    <a:pt x="32931" y="0"/>
                  </a:moveTo>
                  <a:lnTo>
                    <a:pt x="825" y="21653"/>
                  </a:lnTo>
                  <a:lnTo>
                    <a:pt x="25" y="30784"/>
                  </a:lnTo>
                  <a:lnTo>
                    <a:pt x="0" y="38531"/>
                  </a:lnTo>
                </a:path>
              </a:pathLst>
            </a:custGeom>
            <a:ln w="1693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23" name="object 23"/>
            <p:cNvSpPr/>
            <p:nvPr/>
          </p:nvSpPr>
          <p:spPr>
            <a:xfrm>
              <a:off x="3600297" y="3358730"/>
              <a:ext cx="38735" cy="31750"/>
            </a:xfrm>
            <a:custGeom>
              <a:avLst/>
              <a:gdLst/>
              <a:ahLst/>
              <a:cxnLst/>
              <a:rect l="l" t="t" r="r" b="b"/>
              <a:pathLst>
                <a:path w="38735" h="31750">
                  <a:moveTo>
                    <a:pt x="0" y="0"/>
                  </a:moveTo>
                  <a:lnTo>
                    <a:pt x="25158" y="30899"/>
                  </a:lnTo>
                  <a:lnTo>
                    <a:pt x="30568" y="31140"/>
                  </a:lnTo>
                  <a:lnTo>
                    <a:pt x="38227" y="31203"/>
                  </a:lnTo>
                </a:path>
              </a:pathLst>
            </a:custGeom>
            <a:ln w="1693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24" name="object 24"/>
            <p:cNvSpPr/>
            <p:nvPr/>
          </p:nvSpPr>
          <p:spPr>
            <a:xfrm>
              <a:off x="3745801" y="3082061"/>
              <a:ext cx="20320" cy="635"/>
            </a:xfrm>
            <a:custGeom>
              <a:avLst/>
              <a:gdLst/>
              <a:ahLst/>
              <a:cxnLst/>
              <a:rect l="l" t="t" r="r" b="b"/>
              <a:pathLst>
                <a:path w="20320" h="635">
                  <a:moveTo>
                    <a:pt x="19748" y="0"/>
                  </a:moveTo>
                  <a:lnTo>
                    <a:pt x="0" y="114"/>
                  </a:lnTo>
                </a:path>
              </a:pathLst>
            </a:custGeom>
            <a:ln w="1693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25" name="object 25"/>
            <p:cNvSpPr/>
            <p:nvPr/>
          </p:nvSpPr>
          <p:spPr>
            <a:xfrm>
              <a:off x="3745395" y="3082061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19">
                  <a:moveTo>
                    <a:pt x="20307" y="20015"/>
                  </a:moveTo>
                  <a:lnTo>
                    <a:pt x="20154" y="0"/>
                  </a:lnTo>
                </a:path>
                <a:path w="20320" h="20319">
                  <a:moveTo>
                    <a:pt x="20307" y="20015"/>
                  </a:moveTo>
                  <a:lnTo>
                    <a:pt x="0" y="19824"/>
                  </a:lnTo>
                </a:path>
              </a:pathLst>
            </a:custGeom>
            <a:ln w="1693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26" name="object 26"/>
            <p:cNvSpPr/>
            <p:nvPr/>
          </p:nvSpPr>
          <p:spPr>
            <a:xfrm>
              <a:off x="3745395" y="3082175"/>
              <a:ext cx="635" cy="20320"/>
            </a:xfrm>
            <a:custGeom>
              <a:avLst/>
              <a:gdLst/>
              <a:ahLst/>
              <a:cxnLst/>
              <a:rect l="l" t="t" r="r" b="b"/>
              <a:pathLst>
                <a:path w="635" h="20319">
                  <a:moveTo>
                    <a:pt x="406" y="0"/>
                  </a:moveTo>
                  <a:lnTo>
                    <a:pt x="0" y="19710"/>
                  </a:lnTo>
                </a:path>
              </a:pathLst>
            </a:custGeom>
            <a:ln w="1693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27" name="object 27"/>
            <p:cNvSpPr/>
            <p:nvPr/>
          </p:nvSpPr>
          <p:spPr>
            <a:xfrm>
              <a:off x="3693731" y="3082150"/>
              <a:ext cx="19685" cy="19685"/>
            </a:xfrm>
            <a:custGeom>
              <a:avLst/>
              <a:gdLst/>
              <a:ahLst/>
              <a:cxnLst/>
              <a:rect l="l" t="t" r="r" b="b"/>
              <a:pathLst>
                <a:path w="19685" h="19685">
                  <a:moveTo>
                    <a:pt x="19634" y="0"/>
                  </a:moveTo>
                  <a:lnTo>
                    <a:pt x="0" y="101"/>
                  </a:lnTo>
                </a:path>
                <a:path w="19685" h="19685">
                  <a:moveTo>
                    <a:pt x="19634" y="0"/>
                  </a:moveTo>
                  <a:lnTo>
                    <a:pt x="19265" y="18859"/>
                  </a:lnTo>
                  <a:lnTo>
                    <a:pt x="215" y="19304"/>
                  </a:lnTo>
                  <a:lnTo>
                    <a:pt x="0" y="101"/>
                  </a:lnTo>
                </a:path>
              </a:pathLst>
            </a:custGeom>
            <a:ln w="1693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28" name="object 28"/>
            <p:cNvSpPr/>
            <p:nvPr/>
          </p:nvSpPr>
          <p:spPr>
            <a:xfrm>
              <a:off x="3813200" y="3256279"/>
              <a:ext cx="169545" cy="167640"/>
            </a:xfrm>
            <a:custGeom>
              <a:avLst/>
              <a:gdLst/>
              <a:ahLst/>
              <a:cxnLst/>
              <a:rect l="l" t="t" r="r" b="b"/>
              <a:pathLst>
                <a:path w="169545" h="167639">
                  <a:moveTo>
                    <a:pt x="138137" y="0"/>
                  </a:moveTo>
                  <a:lnTo>
                    <a:pt x="142951" y="4445"/>
                  </a:lnTo>
                  <a:lnTo>
                    <a:pt x="147269" y="9321"/>
                  </a:lnTo>
                  <a:lnTo>
                    <a:pt x="151079" y="14643"/>
                  </a:lnTo>
                  <a:lnTo>
                    <a:pt x="154901" y="19964"/>
                  </a:lnTo>
                  <a:lnTo>
                    <a:pt x="168300" y="56578"/>
                  </a:lnTo>
                  <a:lnTo>
                    <a:pt x="169189" y="76161"/>
                  </a:lnTo>
                  <a:lnTo>
                    <a:pt x="168605" y="82638"/>
                  </a:lnTo>
                  <a:lnTo>
                    <a:pt x="156083" y="119570"/>
                  </a:lnTo>
                  <a:lnTo>
                    <a:pt x="152387" y="124980"/>
                  </a:lnTo>
                  <a:lnTo>
                    <a:pt x="148704" y="130390"/>
                  </a:lnTo>
                  <a:lnTo>
                    <a:pt x="124434" y="152019"/>
                  </a:lnTo>
                  <a:lnTo>
                    <a:pt x="118897" y="155536"/>
                  </a:lnTo>
                  <a:lnTo>
                    <a:pt x="81584" y="166827"/>
                  </a:lnTo>
                  <a:lnTo>
                    <a:pt x="75082" y="167195"/>
                  </a:lnTo>
                  <a:lnTo>
                    <a:pt x="68541" y="166903"/>
                  </a:lnTo>
                  <a:lnTo>
                    <a:pt x="62001" y="166611"/>
                  </a:lnTo>
                  <a:lnTo>
                    <a:pt x="55549" y="165658"/>
                  </a:lnTo>
                  <a:lnTo>
                    <a:pt x="49199" y="164045"/>
                  </a:lnTo>
                  <a:lnTo>
                    <a:pt x="42849" y="162433"/>
                  </a:lnTo>
                  <a:lnTo>
                    <a:pt x="36728" y="160197"/>
                  </a:lnTo>
                  <a:lnTo>
                    <a:pt x="30835" y="157340"/>
                  </a:lnTo>
                  <a:lnTo>
                    <a:pt x="24942" y="154482"/>
                  </a:lnTo>
                  <a:lnTo>
                    <a:pt x="19405" y="151053"/>
                  </a:lnTo>
                  <a:lnTo>
                    <a:pt x="14211" y="147066"/>
                  </a:lnTo>
                  <a:lnTo>
                    <a:pt x="9017" y="143065"/>
                  </a:lnTo>
                  <a:lnTo>
                    <a:pt x="4279" y="138595"/>
                  </a:lnTo>
                  <a:lnTo>
                    <a:pt x="0" y="133629"/>
                  </a:lnTo>
                </a:path>
              </a:pathLst>
            </a:custGeom>
            <a:ln w="1693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29" name="object 29"/>
            <p:cNvSpPr/>
            <p:nvPr/>
          </p:nvSpPr>
          <p:spPr>
            <a:xfrm>
              <a:off x="3600335" y="3137763"/>
              <a:ext cx="351155" cy="0"/>
            </a:xfrm>
            <a:custGeom>
              <a:avLst/>
              <a:gdLst/>
              <a:ahLst/>
              <a:cxnLst/>
              <a:rect l="l" t="t" r="r" b="b"/>
              <a:pathLst>
                <a:path w="351154" h="0">
                  <a:moveTo>
                    <a:pt x="350723" y="0"/>
                  </a:moveTo>
                  <a:lnTo>
                    <a:pt x="0" y="0"/>
                  </a:lnTo>
                </a:path>
              </a:pathLst>
            </a:custGeom>
            <a:ln w="1693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30" name="object 30"/>
            <p:cNvSpPr/>
            <p:nvPr/>
          </p:nvSpPr>
          <p:spPr>
            <a:xfrm>
              <a:off x="3951084" y="3072993"/>
              <a:ext cx="635" cy="182880"/>
            </a:xfrm>
            <a:custGeom>
              <a:avLst/>
              <a:gdLst/>
              <a:ahLst/>
              <a:cxnLst/>
              <a:rect l="l" t="t" r="r" b="b"/>
              <a:pathLst>
                <a:path w="635" h="182879">
                  <a:moveTo>
                    <a:pt x="63" y="182638"/>
                  </a:moveTo>
                  <a:lnTo>
                    <a:pt x="0" y="0"/>
                  </a:lnTo>
                </a:path>
              </a:pathLst>
            </a:custGeom>
            <a:ln w="1693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31" name="object 31"/>
            <p:cNvSpPr/>
            <p:nvPr/>
          </p:nvSpPr>
          <p:spPr>
            <a:xfrm>
              <a:off x="3600297" y="3140697"/>
              <a:ext cx="635" cy="218440"/>
            </a:xfrm>
            <a:custGeom>
              <a:avLst/>
              <a:gdLst/>
              <a:ahLst/>
              <a:cxnLst/>
              <a:rect l="l" t="t" r="r" b="b"/>
              <a:pathLst>
                <a:path w="635" h="218439">
                  <a:moveTo>
                    <a:pt x="50" y="0"/>
                  </a:moveTo>
                  <a:lnTo>
                    <a:pt x="0" y="218033"/>
                  </a:lnTo>
                </a:path>
              </a:pathLst>
            </a:custGeom>
            <a:ln w="1693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32" name="object 32"/>
            <p:cNvSpPr/>
            <p:nvPr/>
          </p:nvSpPr>
          <p:spPr>
            <a:xfrm>
              <a:off x="3641674" y="3082302"/>
              <a:ext cx="19685" cy="635"/>
            </a:xfrm>
            <a:custGeom>
              <a:avLst/>
              <a:gdLst/>
              <a:ahLst/>
              <a:cxnLst/>
              <a:rect l="l" t="t" r="r" b="b"/>
              <a:pathLst>
                <a:path w="19685" h="635">
                  <a:moveTo>
                    <a:pt x="19646" y="0"/>
                  </a:moveTo>
                  <a:lnTo>
                    <a:pt x="0" y="38"/>
                  </a:lnTo>
                </a:path>
              </a:pathLst>
            </a:custGeom>
            <a:ln w="1693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33" name="object 33"/>
            <p:cNvSpPr/>
            <p:nvPr/>
          </p:nvSpPr>
          <p:spPr>
            <a:xfrm>
              <a:off x="3641674" y="3082302"/>
              <a:ext cx="20320" cy="19685"/>
            </a:xfrm>
            <a:custGeom>
              <a:avLst/>
              <a:gdLst/>
              <a:ahLst/>
              <a:cxnLst/>
              <a:rect l="l" t="t" r="r" b="b"/>
              <a:pathLst>
                <a:path w="20320" h="19685">
                  <a:moveTo>
                    <a:pt x="19710" y="19062"/>
                  </a:moveTo>
                  <a:lnTo>
                    <a:pt x="19646" y="0"/>
                  </a:lnTo>
                </a:path>
                <a:path w="20320" h="19685">
                  <a:moveTo>
                    <a:pt x="19710" y="19062"/>
                  </a:moveTo>
                  <a:lnTo>
                    <a:pt x="342" y="19164"/>
                  </a:lnTo>
                  <a:lnTo>
                    <a:pt x="0" y="38"/>
                  </a:lnTo>
                </a:path>
              </a:pathLst>
            </a:custGeom>
            <a:ln w="1693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34" name="object 34"/>
            <p:cNvSpPr/>
            <p:nvPr/>
          </p:nvSpPr>
          <p:spPr>
            <a:xfrm>
              <a:off x="3872496" y="3295319"/>
              <a:ext cx="60325" cy="64769"/>
            </a:xfrm>
            <a:custGeom>
              <a:avLst/>
              <a:gdLst/>
              <a:ahLst/>
              <a:cxnLst/>
              <a:rect l="l" t="t" r="r" b="b"/>
              <a:pathLst>
                <a:path w="60325" h="64770">
                  <a:moveTo>
                    <a:pt x="59766" y="0"/>
                  </a:moveTo>
                  <a:lnTo>
                    <a:pt x="0" y="64630"/>
                  </a:lnTo>
                </a:path>
              </a:pathLst>
            </a:custGeom>
            <a:ln w="1693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35" name="object 35"/>
            <p:cNvSpPr/>
            <p:nvPr/>
          </p:nvSpPr>
          <p:spPr>
            <a:xfrm>
              <a:off x="3838778" y="3326358"/>
              <a:ext cx="34290" cy="33655"/>
            </a:xfrm>
            <a:custGeom>
              <a:avLst/>
              <a:gdLst/>
              <a:ahLst/>
              <a:cxnLst/>
              <a:rect l="l" t="t" r="r" b="b"/>
              <a:pathLst>
                <a:path w="34289" h="33654">
                  <a:moveTo>
                    <a:pt x="0" y="0"/>
                  </a:moveTo>
                  <a:lnTo>
                    <a:pt x="33718" y="33591"/>
                  </a:lnTo>
                </a:path>
              </a:pathLst>
            </a:custGeom>
            <a:ln w="1693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36" name="object 36"/>
            <p:cNvSpPr/>
            <p:nvPr/>
          </p:nvSpPr>
          <p:spPr>
            <a:xfrm>
              <a:off x="3913187" y="3041002"/>
              <a:ext cx="38100" cy="32384"/>
            </a:xfrm>
            <a:custGeom>
              <a:avLst/>
              <a:gdLst/>
              <a:ahLst/>
              <a:cxnLst/>
              <a:rect l="l" t="t" r="r" b="b"/>
              <a:pathLst>
                <a:path w="38100" h="32385">
                  <a:moveTo>
                    <a:pt x="37934" y="31991"/>
                  </a:moveTo>
                  <a:lnTo>
                    <a:pt x="38049" y="29616"/>
                  </a:lnTo>
                  <a:lnTo>
                    <a:pt x="37896" y="27254"/>
                  </a:lnTo>
                  <a:lnTo>
                    <a:pt x="37465" y="24904"/>
                  </a:lnTo>
                  <a:lnTo>
                    <a:pt x="37033" y="22555"/>
                  </a:lnTo>
                  <a:lnTo>
                    <a:pt x="20828" y="3073"/>
                  </a:lnTo>
                  <a:lnTo>
                    <a:pt x="18681" y="2032"/>
                  </a:lnTo>
                  <a:lnTo>
                    <a:pt x="16446" y="1257"/>
                  </a:lnTo>
                  <a:lnTo>
                    <a:pt x="14109" y="749"/>
                  </a:lnTo>
                  <a:lnTo>
                    <a:pt x="11785" y="241"/>
                  </a:lnTo>
                  <a:lnTo>
                    <a:pt x="9423" y="0"/>
                  </a:lnTo>
                  <a:lnTo>
                    <a:pt x="7035" y="50"/>
                  </a:lnTo>
                  <a:lnTo>
                    <a:pt x="4648" y="88"/>
                  </a:lnTo>
                  <a:lnTo>
                    <a:pt x="2311" y="419"/>
                  </a:lnTo>
                  <a:lnTo>
                    <a:pt x="0" y="1016"/>
                  </a:lnTo>
                </a:path>
              </a:pathLst>
            </a:custGeom>
            <a:ln w="1693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37" name="object 37"/>
            <p:cNvSpPr/>
            <p:nvPr/>
          </p:nvSpPr>
          <p:spPr>
            <a:xfrm>
              <a:off x="3633203" y="3041332"/>
              <a:ext cx="280035" cy="635"/>
            </a:xfrm>
            <a:custGeom>
              <a:avLst/>
              <a:gdLst/>
              <a:ahLst/>
              <a:cxnLst/>
              <a:rect l="l" t="t" r="r" b="b"/>
              <a:pathLst>
                <a:path w="280035" h="635">
                  <a:moveTo>
                    <a:pt x="279806" y="25"/>
                  </a:moveTo>
                  <a:lnTo>
                    <a:pt x="0" y="0"/>
                  </a:lnTo>
                </a:path>
              </a:pathLst>
            </a:custGeom>
            <a:ln w="1693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38" name="object 38"/>
            <p:cNvSpPr/>
            <p:nvPr/>
          </p:nvSpPr>
          <p:spPr>
            <a:xfrm>
              <a:off x="3600272" y="3079864"/>
              <a:ext cx="635" cy="60960"/>
            </a:xfrm>
            <a:custGeom>
              <a:avLst/>
              <a:gdLst/>
              <a:ahLst/>
              <a:cxnLst/>
              <a:rect l="l" t="t" r="r" b="b"/>
              <a:pathLst>
                <a:path w="635" h="60960">
                  <a:moveTo>
                    <a:pt x="0" y="0"/>
                  </a:moveTo>
                  <a:lnTo>
                    <a:pt x="76" y="60833"/>
                  </a:lnTo>
                </a:path>
              </a:pathLst>
            </a:custGeom>
            <a:ln w="1693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39" name="object 39"/>
            <p:cNvSpPr/>
            <p:nvPr/>
          </p:nvSpPr>
          <p:spPr>
            <a:xfrm>
              <a:off x="3638524" y="3389934"/>
              <a:ext cx="173990" cy="635"/>
            </a:xfrm>
            <a:custGeom>
              <a:avLst/>
              <a:gdLst/>
              <a:ahLst/>
              <a:cxnLst/>
              <a:rect l="l" t="t" r="r" b="b"/>
              <a:pathLst>
                <a:path w="173989" h="635">
                  <a:moveTo>
                    <a:pt x="0" y="0"/>
                  </a:moveTo>
                  <a:lnTo>
                    <a:pt x="173469" y="241"/>
                  </a:lnTo>
                </a:path>
              </a:pathLst>
            </a:custGeom>
            <a:ln w="1693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40" name="object 40"/>
            <p:cNvSpPr/>
            <p:nvPr/>
          </p:nvSpPr>
          <p:spPr>
            <a:xfrm>
              <a:off x="5029682" y="3302101"/>
              <a:ext cx="159385" cy="157480"/>
            </a:xfrm>
            <a:custGeom>
              <a:avLst/>
              <a:gdLst/>
              <a:ahLst/>
              <a:cxnLst/>
              <a:rect l="l" t="t" r="r" b="b"/>
              <a:pathLst>
                <a:path w="159385" h="157479">
                  <a:moveTo>
                    <a:pt x="0" y="0"/>
                  </a:moveTo>
                  <a:lnTo>
                    <a:pt x="159067" y="157226"/>
                  </a:lnTo>
                </a:path>
              </a:pathLst>
            </a:custGeom>
            <a:ln w="1693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41" name="object 41"/>
            <p:cNvSpPr/>
            <p:nvPr/>
          </p:nvSpPr>
          <p:spPr>
            <a:xfrm>
              <a:off x="4808042" y="3459327"/>
              <a:ext cx="381000" cy="1270"/>
            </a:xfrm>
            <a:custGeom>
              <a:avLst/>
              <a:gdLst/>
              <a:ahLst/>
              <a:cxnLst/>
              <a:rect l="l" t="t" r="r" b="b"/>
              <a:pathLst>
                <a:path w="381000" h="1270">
                  <a:moveTo>
                    <a:pt x="0" y="977"/>
                  </a:moveTo>
                  <a:lnTo>
                    <a:pt x="380707" y="0"/>
                  </a:lnTo>
                </a:path>
              </a:pathLst>
            </a:custGeom>
            <a:ln w="1693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42" name="object 42"/>
            <p:cNvSpPr/>
            <p:nvPr/>
          </p:nvSpPr>
          <p:spPr>
            <a:xfrm>
              <a:off x="5029136" y="3460826"/>
              <a:ext cx="161290" cy="160655"/>
            </a:xfrm>
            <a:custGeom>
              <a:avLst/>
              <a:gdLst/>
              <a:ahLst/>
              <a:cxnLst/>
              <a:rect l="l" t="t" r="r" b="b"/>
              <a:pathLst>
                <a:path w="161289" h="160654">
                  <a:moveTo>
                    <a:pt x="0" y="160083"/>
                  </a:moveTo>
                  <a:lnTo>
                    <a:pt x="161137" y="0"/>
                  </a:lnTo>
                </a:path>
              </a:pathLst>
            </a:custGeom>
            <a:ln w="1693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43" name="object 43"/>
          <p:cNvSpPr txBox="1"/>
          <p:nvPr/>
        </p:nvSpPr>
        <p:spPr>
          <a:xfrm>
            <a:off x="3050794" y="4056557"/>
            <a:ext cx="1333500" cy="232410"/>
          </a:xfrm>
          <a:prstGeom prst="rect">
            <a:avLst/>
          </a:prstGeom>
        </p:spPr>
        <p:txBody>
          <a:bodyPr wrap="square" lIns="0" tIns="1333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dirty="0" sz="1350" spc="-10">
                <a:solidFill>
                  <a:srgbClr val="374552"/>
                </a:solidFill>
                <a:latin typeface="Verdana"/>
                <a:cs typeface="Verdana"/>
              </a:rPr>
              <a:t>App</a:t>
            </a:r>
            <a:r>
              <a:rPr dirty="0" sz="1350" spc="-55">
                <a:solidFill>
                  <a:srgbClr val="374552"/>
                </a:solidFill>
                <a:latin typeface="Verdana"/>
                <a:cs typeface="Verdana"/>
              </a:rPr>
              <a:t> </a:t>
            </a:r>
            <a:r>
              <a:rPr dirty="0" sz="1350" spc="-75">
                <a:solidFill>
                  <a:srgbClr val="374552"/>
                </a:solidFill>
                <a:latin typeface="Verdana"/>
                <a:cs typeface="Verdana"/>
              </a:rPr>
              <a:t>writes</a:t>
            </a:r>
            <a:r>
              <a:rPr dirty="0" sz="1350" spc="-50">
                <a:solidFill>
                  <a:srgbClr val="374552"/>
                </a:solidFill>
                <a:latin typeface="Verdana"/>
                <a:cs typeface="Verdana"/>
              </a:rPr>
              <a:t> </a:t>
            </a:r>
            <a:r>
              <a:rPr dirty="0" sz="1350" spc="-75">
                <a:solidFill>
                  <a:srgbClr val="374552"/>
                </a:solidFill>
                <a:latin typeface="Verdana"/>
                <a:cs typeface="Verdana"/>
              </a:rPr>
              <a:t>to</a:t>
            </a:r>
            <a:r>
              <a:rPr dirty="0" sz="1350" spc="-55">
                <a:solidFill>
                  <a:srgbClr val="374552"/>
                </a:solidFill>
                <a:latin typeface="Verdana"/>
                <a:cs typeface="Verdana"/>
              </a:rPr>
              <a:t> </a:t>
            </a:r>
            <a:r>
              <a:rPr dirty="0" sz="1350" spc="-65">
                <a:solidFill>
                  <a:srgbClr val="374552"/>
                </a:solidFill>
                <a:latin typeface="Verdana"/>
                <a:cs typeface="Verdana"/>
              </a:rPr>
              <a:t>ES</a:t>
            </a:r>
            <a:endParaRPr sz="1350">
              <a:latin typeface="Verdana"/>
              <a:cs typeface="Verdana"/>
            </a:endParaRPr>
          </a:p>
        </p:txBody>
      </p:sp>
      <p:sp>
        <p:nvSpPr>
          <p:cNvPr id="44" name="object 44"/>
          <p:cNvSpPr txBox="1"/>
          <p:nvPr/>
        </p:nvSpPr>
        <p:spPr>
          <a:xfrm>
            <a:off x="4375949" y="2351785"/>
            <a:ext cx="1486535" cy="232410"/>
          </a:xfrm>
          <a:prstGeom prst="rect">
            <a:avLst/>
          </a:prstGeom>
        </p:spPr>
        <p:txBody>
          <a:bodyPr wrap="square" lIns="0" tIns="1333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dirty="0" sz="1350" spc="-75">
                <a:solidFill>
                  <a:srgbClr val="374552"/>
                </a:solidFill>
                <a:latin typeface="Verdana"/>
                <a:cs typeface="Verdana"/>
              </a:rPr>
              <a:t>Unidirectional</a:t>
            </a:r>
            <a:r>
              <a:rPr dirty="0" sz="1350" spc="-45">
                <a:solidFill>
                  <a:srgbClr val="374552"/>
                </a:solidFill>
                <a:latin typeface="Verdana"/>
                <a:cs typeface="Verdana"/>
              </a:rPr>
              <a:t> </a:t>
            </a:r>
            <a:r>
              <a:rPr dirty="0" sz="1350" spc="-25">
                <a:solidFill>
                  <a:srgbClr val="374552"/>
                </a:solidFill>
                <a:latin typeface="Verdana"/>
                <a:cs typeface="Verdana"/>
              </a:rPr>
              <a:t>CCR</a:t>
            </a:r>
            <a:endParaRPr sz="1350">
              <a:latin typeface="Verdana"/>
              <a:cs typeface="Verdana"/>
            </a:endParaRPr>
          </a:p>
        </p:txBody>
      </p:sp>
      <p:sp>
        <p:nvSpPr>
          <p:cNvPr id="45" name="object 45"/>
          <p:cNvSpPr txBox="1"/>
          <p:nvPr/>
        </p:nvSpPr>
        <p:spPr>
          <a:xfrm>
            <a:off x="5415762" y="4561103"/>
            <a:ext cx="1591945" cy="232410"/>
          </a:xfrm>
          <a:prstGeom prst="rect">
            <a:avLst/>
          </a:prstGeom>
        </p:spPr>
        <p:txBody>
          <a:bodyPr wrap="square" lIns="0" tIns="1333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dirty="0" sz="1350" spc="-95">
                <a:solidFill>
                  <a:srgbClr val="374552"/>
                </a:solidFill>
                <a:latin typeface="Verdana"/>
                <a:cs typeface="Verdana"/>
              </a:rPr>
              <a:t>Failover</a:t>
            </a:r>
            <a:r>
              <a:rPr dirty="0" sz="1350" spc="-30">
                <a:solidFill>
                  <a:srgbClr val="374552"/>
                </a:solidFill>
                <a:latin typeface="Verdana"/>
                <a:cs typeface="Verdana"/>
              </a:rPr>
              <a:t> </a:t>
            </a:r>
            <a:r>
              <a:rPr dirty="0" sz="1350" spc="-75">
                <a:solidFill>
                  <a:srgbClr val="374552"/>
                </a:solidFill>
                <a:latin typeface="Verdana"/>
                <a:cs typeface="Verdana"/>
              </a:rPr>
              <a:t>to</a:t>
            </a:r>
            <a:r>
              <a:rPr dirty="0" sz="1350" spc="-30">
                <a:solidFill>
                  <a:srgbClr val="374552"/>
                </a:solidFill>
                <a:latin typeface="Verdana"/>
                <a:cs typeface="Verdana"/>
              </a:rPr>
              <a:t> </a:t>
            </a:r>
            <a:r>
              <a:rPr dirty="0" sz="1350" spc="-65">
                <a:solidFill>
                  <a:srgbClr val="374552"/>
                </a:solidFill>
                <a:latin typeface="Verdana"/>
                <a:cs typeface="Verdana"/>
              </a:rPr>
              <a:t>other</a:t>
            </a:r>
            <a:r>
              <a:rPr dirty="0" sz="1350" spc="-25">
                <a:solidFill>
                  <a:srgbClr val="374552"/>
                </a:solidFill>
                <a:latin typeface="Verdana"/>
                <a:cs typeface="Verdana"/>
              </a:rPr>
              <a:t> </a:t>
            </a:r>
            <a:r>
              <a:rPr dirty="0" sz="1350" spc="-35">
                <a:solidFill>
                  <a:srgbClr val="374552"/>
                </a:solidFill>
                <a:latin typeface="Verdana"/>
                <a:cs typeface="Verdana"/>
              </a:rPr>
              <a:t>DC</a:t>
            </a:r>
            <a:endParaRPr sz="1350">
              <a:latin typeface="Verdana"/>
              <a:cs typeface="Verdana"/>
            </a:endParaRPr>
          </a:p>
        </p:txBody>
      </p:sp>
      <p:grpSp>
        <p:nvGrpSpPr>
          <p:cNvPr id="46" name="object 46"/>
          <p:cNvGrpSpPr/>
          <p:nvPr/>
        </p:nvGrpSpPr>
        <p:grpSpPr>
          <a:xfrm>
            <a:off x="6007411" y="3522060"/>
            <a:ext cx="1671955" cy="621030"/>
            <a:chOff x="6007411" y="3522060"/>
            <a:chExt cx="1671955" cy="621030"/>
          </a:xfrm>
        </p:grpSpPr>
        <p:sp>
          <p:nvSpPr>
            <p:cNvPr id="47" name="object 47"/>
            <p:cNvSpPr/>
            <p:nvPr/>
          </p:nvSpPr>
          <p:spPr>
            <a:xfrm>
              <a:off x="6381978" y="3666337"/>
              <a:ext cx="16510" cy="102870"/>
            </a:xfrm>
            <a:custGeom>
              <a:avLst/>
              <a:gdLst/>
              <a:ahLst/>
              <a:cxnLst/>
              <a:rect l="l" t="t" r="r" b="b"/>
              <a:pathLst>
                <a:path w="16510" h="102870">
                  <a:moveTo>
                    <a:pt x="0" y="0"/>
                  </a:moveTo>
                  <a:lnTo>
                    <a:pt x="15703" y="36693"/>
                  </a:lnTo>
                  <a:lnTo>
                    <a:pt x="16042" y="60804"/>
                  </a:lnTo>
                  <a:lnTo>
                    <a:pt x="16141" y="102603"/>
                  </a:lnTo>
                </a:path>
              </a:pathLst>
            </a:custGeom>
            <a:ln w="16926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48" name="object 48"/>
            <p:cNvSpPr/>
            <p:nvPr/>
          </p:nvSpPr>
          <p:spPr>
            <a:xfrm>
              <a:off x="6381534" y="3561410"/>
              <a:ext cx="17145" cy="104775"/>
            </a:xfrm>
            <a:custGeom>
              <a:avLst/>
              <a:gdLst/>
              <a:ahLst/>
              <a:cxnLst/>
              <a:rect l="l" t="t" r="r" b="b"/>
              <a:pathLst>
                <a:path w="17145" h="104775">
                  <a:moveTo>
                    <a:pt x="0" y="104419"/>
                  </a:moveTo>
                  <a:lnTo>
                    <a:pt x="16598" y="70040"/>
                  </a:lnTo>
                  <a:lnTo>
                    <a:pt x="16573" y="0"/>
                  </a:lnTo>
                </a:path>
              </a:pathLst>
            </a:custGeom>
            <a:ln w="16926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49" name="object 49"/>
            <p:cNvSpPr/>
            <p:nvPr/>
          </p:nvSpPr>
          <p:spPr>
            <a:xfrm>
              <a:off x="6358051" y="3768940"/>
              <a:ext cx="40640" cy="32384"/>
            </a:xfrm>
            <a:custGeom>
              <a:avLst/>
              <a:gdLst/>
              <a:ahLst/>
              <a:cxnLst/>
              <a:rect l="l" t="t" r="r" b="b"/>
              <a:pathLst>
                <a:path w="40639" h="32385">
                  <a:moveTo>
                    <a:pt x="40068" y="0"/>
                  </a:moveTo>
                  <a:lnTo>
                    <a:pt x="17475" y="31267"/>
                  </a:lnTo>
                  <a:lnTo>
                    <a:pt x="7785" y="31877"/>
                  </a:lnTo>
                  <a:lnTo>
                    <a:pt x="0" y="31927"/>
                  </a:lnTo>
                </a:path>
              </a:pathLst>
            </a:custGeom>
            <a:ln w="16926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50" name="object 50"/>
            <p:cNvSpPr/>
            <p:nvPr/>
          </p:nvSpPr>
          <p:spPr>
            <a:xfrm>
              <a:off x="6016015" y="3665740"/>
              <a:ext cx="18415" cy="31750"/>
            </a:xfrm>
            <a:custGeom>
              <a:avLst/>
              <a:gdLst/>
              <a:ahLst/>
              <a:cxnLst/>
              <a:rect l="l" t="t" r="r" b="b"/>
              <a:pathLst>
                <a:path w="18414" h="31750">
                  <a:moveTo>
                    <a:pt x="0" y="31724"/>
                  </a:moveTo>
                  <a:lnTo>
                    <a:pt x="8724" y="8915"/>
                  </a:lnTo>
                  <a:lnTo>
                    <a:pt x="18034" y="0"/>
                  </a:lnTo>
                </a:path>
              </a:pathLst>
            </a:custGeom>
            <a:ln w="16926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51" name="object 51"/>
            <p:cNvSpPr/>
            <p:nvPr/>
          </p:nvSpPr>
          <p:spPr>
            <a:xfrm>
              <a:off x="6358711" y="3530600"/>
              <a:ext cx="40005" cy="31115"/>
            </a:xfrm>
            <a:custGeom>
              <a:avLst/>
              <a:gdLst/>
              <a:ahLst/>
              <a:cxnLst/>
              <a:rect l="l" t="t" r="r" b="b"/>
              <a:pathLst>
                <a:path w="40004" h="31114">
                  <a:moveTo>
                    <a:pt x="39395" y="30810"/>
                  </a:moveTo>
                  <a:lnTo>
                    <a:pt x="13576" y="215"/>
                  </a:lnTo>
                  <a:lnTo>
                    <a:pt x="7772" y="25"/>
                  </a:lnTo>
                  <a:lnTo>
                    <a:pt x="0" y="0"/>
                  </a:lnTo>
                </a:path>
              </a:pathLst>
            </a:custGeom>
            <a:ln w="16926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52" name="object 52"/>
            <p:cNvSpPr/>
            <p:nvPr/>
          </p:nvSpPr>
          <p:spPr>
            <a:xfrm>
              <a:off x="6016244" y="3640010"/>
              <a:ext cx="18415" cy="26034"/>
            </a:xfrm>
            <a:custGeom>
              <a:avLst/>
              <a:gdLst/>
              <a:ahLst/>
              <a:cxnLst/>
              <a:rect l="l" t="t" r="r" b="b"/>
              <a:pathLst>
                <a:path w="18414" h="26035">
                  <a:moveTo>
                    <a:pt x="0" y="0"/>
                  </a:moveTo>
                  <a:lnTo>
                    <a:pt x="9525" y="19177"/>
                  </a:lnTo>
                  <a:lnTo>
                    <a:pt x="17805" y="25730"/>
                  </a:lnTo>
                </a:path>
              </a:pathLst>
            </a:custGeom>
            <a:ln w="16926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53" name="object 53"/>
            <p:cNvSpPr/>
            <p:nvPr/>
          </p:nvSpPr>
          <p:spPr>
            <a:xfrm>
              <a:off x="6034049" y="3665740"/>
              <a:ext cx="347345" cy="635"/>
            </a:xfrm>
            <a:custGeom>
              <a:avLst/>
              <a:gdLst/>
              <a:ahLst/>
              <a:cxnLst/>
              <a:rect l="l" t="t" r="r" b="b"/>
              <a:pathLst>
                <a:path w="347345" h="635">
                  <a:moveTo>
                    <a:pt x="346964" y="558"/>
                  </a:moveTo>
                  <a:lnTo>
                    <a:pt x="0" y="0"/>
                  </a:lnTo>
                </a:path>
              </a:pathLst>
            </a:custGeom>
            <a:ln w="16926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54" name="object 54"/>
            <p:cNvSpPr/>
            <p:nvPr/>
          </p:nvSpPr>
          <p:spPr>
            <a:xfrm>
              <a:off x="6206731" y="3800894"/>
              <a:ext cx="635" cy="66040"/>
            </a:xfrm>
            <a:custGeom>
              <a:avLst/>
              <a:gdLst/>
              <a:ahLst/>
              <a:cxnLst/>
              <a:rect l="l" t="t" r="r" b="b"/>
              <a:pathLst>
                <a:path w="635" h="66039">
                  <a:moveTo>
                    <a:pt x="63" y="0"/>
                  </a:moveTo>
                  <a:lnTo>
                    <a:pt x="0" y="65493"/>
                  </a:lnTo>
                </a:path>
              </a:pathLst>
            </a:custGeom>
            <a:ln w="16926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55" name="object 55"/>
            <p:cNvSpPr/>
            <p:nvPr/>
          </p:nvSpPr>
          <p:spPr>
            <a:xfrm>
              <a:off x="6099314" y="3866210"/>
              <a:ext cx="215265" cy="635"/>
            </a:xfrm>
            <a:custGeom>
              <a:avLst/>
              <a:gdLst/>
              <a:ahLst/>
              <a:cxnLst/>
              <a:rect l="l" t="t" r="r" b="b"/>
              <a:pathLst>
                <a:path w="215264" h="635">
                  <a:moveTo>
                    <a:pt x="0" y="165"/>
                  </a:moveTo>
                  <a:lnTo>
                    <a:pt x="214782" y="0"/>
                  </a:lnTo>
                </a:path>
              </a:pathLst>
            </a:custGeom>
            <a:ln w="16926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56" name="object 56"/>
            <p:cNvSpPr/>
            <p:nvPr/>
          </p:nvSpPr>
          <p:spPr>
            <a:xfrm>
              <a:off x="6309308" y="3583393"/>
              <a:ext cx="33655" cy="33655"/>
            </a:xfrm>
            <a:custGeom>
              <a:avLst/>
              <a:gdLst/>
              <a:ahLst/>
              <a:cxnLst/>
              <a:rect l="l" t="t" r="r" b="b"/>
              <a:pathLst>
                <a:path w="33654" h="33654">
                  <a:moveTo>
                    <a:pt x="33210" y="16611"/>
                  </a:moveTo>
                  <a:lnTo>
                    <a:pt x="33210" y="18808"/>
                  </a:lnTo>
                  <a:lnTo>
                    <a:pt x="32791" y="20916"/>
                  </a:lnTo>
                  <a:lnTo>
                    <a:pt x="22961" y="31940"/>
                  </a:lnTo>
                  <a:lnTo>
                    <a:pt x="20929" y="32791"/>
                  </a:lnTo>
                  <a:lnTo>
                    <a:pt x="18808" y="33210"/>
                  </a:lnTo>
                  <a:lnTo>
                    <a:pt x="16611" y="33210"/>
                  </a:lnTo>
                  <a:lnTo>
                    <a:pt x="14401" y="33210"/>
                  </a:lnTo>
                  <a:lnTo>
                    <a:pt x="12293" y="32791"/>
                  </a:lnTo>
                  <a:lnTo>
                    <a:pt x="10261" y="31940"/>
                  </a:lnTo>
                  <a:lnTo>
                    <a:pt x="8216" y="31102"/>
                  </a:lnTo>
                  <a:lnTo>
                    <a:pt x="1270" y="22961"/>
                  </a:lnTo>
                  <a:lnTo>
                    <a:pt x="419" y="20916"/>
                  </a:lnTo>
                  <a:lnTo>
                    <a:pt x="0" y="18808"/>
                  </a:lnTo>
                  <a:lnTo>
                    <a:pt x="0" y="16611"/>
                  </a:lnTo>
                  <a:lnTo>
                    <a:pt x="0" y="14401"/>
                  </a:lnTo>
                  <a:lnTo>
                    <a:pt x="419" y="12280"/>
                  </a:lnTo>
                  <a:lnTo>
                    <a:pt x="1270" y="10248"/>
                  </a:lnTo>
                  <a:lnTo>
                    <a:pt x="2108" y="8216"/>
                  </a:lnTo>
                  <a:lnTo>
                    <a:pt x="14401" y="0"/>
                  </a:lnTo>
                  <a:lnTo>
                    <a:pt x="16611" y="0"/>
                  </a:lnTo>
                  <a:lnTo>
                    <a:pt x="18808" y="0"/>
                  </a:lnTo>
                  <a:lnTo>
                    <a:pt x="28346" y="4864"/>
                  </a:lnTo>
                  <a:lnTo>
                    <a:pt x="29908" y="6426"/>
                  </a:lnTo>
                  <a:lnTo>
                    <a:pt x="31102" y="8216"/>
                  </a:lnTo>
                  <a:lnTo>
                    <a:pt x="31953" y="10248"/>
                  </a:lnTo>
                  <a:lnTo>
                    <a:pt x="32791" y="12280"/>
                  </a:lnTo>
                  <a:lnTo>
                    <a:pt x="33210" y="14401"/>
                  </a:lnTo>
                  <a:lnTo>
                    <a:pt x="33210" y="16611"/>
                  </a:lnTo>
                  <a:close/>
                </a:path>
              </a:pathLst>
            </a:custGeom>
            <a:ln w="16926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57" name="object 57"/>
            <p:cNvSpPr/>
            <p:nvPr/>
          </p:nvSpPr>
          <p:spPr>
            <a:xfrm>
              <a:off x="6310921" y="3590861"/>
              <a:ext cx="1270" cy="2540"/>
            </a:xfrm>
            <a:custGeom>
              <a:avLst/>
              <a:gdLst/>
              <a:ahLst/>
              <a:cxnLst/>
              <a:rect l="l" t="t" r="r" b="b"/>
              <a:pathLst>
                <a:path w="1270" h="2539">
                  <a:moveTo>
                    <a:pt x="0" y="2197"/>
                  </a:moveTo>
                  <a:lnTo>
                    <a:pt x="863" y="0"/>
                  </a:lnTo>
                </a:path>
              </a:pathLst>
            </a:custGeom>
            <a:ln w="16926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58" name="object 58"/>
            <p:cNvSpPr/>
            <p:nvPr/>
          </p:nvSpPr>
          <p:spPr>
            <a:xfrm>
              <a:off x="6309956" y="3718242"/>
              <a:ext cx="33020" cy="33020"/>
            </a:xfrm>
            <a:custGeom>
              <a:avLst/>
              <a:gdLst/>
              <a:ahLst/>
              <a:cxnLst/>
              <a:rect l="l" t="t" r="r" b="b"/>
              <a:pathLst>
                <a:path w="33020" h="33020">
                  <a:moveTo>
                    <a:pt x="32842" y="16421"/>
                  </a:moveTo>
                  <a:lnTo>
                    <a:pt x="32842" y="18605"/>
                  </a:lnTo>
                  <a:lnTo>
                    <a:pt x="32423" y="20701"/>
                  </a:lnTo>
                  <a:lnTo>
                    <a:pt x="31584" y="22707"/>
                  </a:lnTo>
                  <a:lnTo>
                    <a:pt x="30759" y="24726"/>
                  </a:lnTo>
                  <a:lnTo>
                    <a:pt x="29565" y="26492"/>
                  </a:lnTo>
                  <a:lnTo>
                    <a:pt x="28028" y="28028"/>
                  </a:lnTo>
                  <a:lnTo>
                    <a:pt x="26492" y="29578"/>
                  </a:lnTo>
                  <a:lnTo>
                    <a:pt x="24714" y="30759"/>
                  </a:lnTo>
                  <a:lnTo>
                    <a:pt x="22707" y="31597"/>
                  </a:lnTo>
                  <a:lnTo>
                    <a:pt x="20688" y="32423"/>
                  </a:lnTo>
                  <a:lnTo>
                    <a:pt x="18592" y="32842"/>
                  </a:lnTo>
                  <a:lnTo>
                    <a:pt x="16421" y="32842"/>
                  </a:lnTo>
                  <a:lnTo>
                    <a:pt x="14236" y="32842"/>
                  </a:lnTo>
                  <a:lnTo>
                    <a:pt x="4813" y="28028"/>
                  </a:lnTo>
                  <a:lnTo>
                    <a:pt x="3276" y="26492"/>
                  </a:lnTo>
                  <a:lnTo>
                    <a:pt x="2082" y="24726"/>
                  </a:lnTo>
                  <a:lnTo>
                    <a:pt x="1257" y="22707"/>
                  </a:lnTo>
                  <a:lnTo>
                    <a:pt x="419" y="20701"/>
                  </a:lnTo>
                  <a:lnTo>
                    <a:pt x="0" y="18605"/>
                  </a:lnTo>
                  <a:lnTo>
                    <a:pt x="0" y="16421"/>
                  </a:lnTo>
                  <a:lnTo>
                    <a:pt x="0" y="14249"/>
                  </a:lnTo>
                  <a:lnTo>
                    <a:pt x="419" y="12153"/>
                  </a:lnTo>
                  <a:lnTo>
                    <a:pt x="1257" y="10147"/>
                  </a:lnTo>
                  <a:lnTo>
                    <a:pt x="2082" y="8128"/>
                  </a:lnTo>
                  <a:lnTo>
                    <a:pt x="14236" y="0"/>
                  </a:lnTo>
                  <a:lnTo>
                    <a:pt x="16421" y="0"/>
                  </a:lnTo>
                  <a:lnTo>
                    <a:pt x="18592" y="0"/>
                  </a:lnTo>
                  <a:lnTo>
                    <a:pt x="31584" y="10147"/>
                  </a:lnTo>
                  <a:lnTo>
                    <a:pt x="32423" y="12153"/>
                  </a:lnTo>
                  <a:lnTo>
                    <a:pt x="32842" y="14249"/>
                  </a:lnTo>
                  <a:lnTo>
                    <a:pt x="32842" y="16421"/>
                  </a:lnTo>
                  <a:close/>
                </a:path>
              </a:pathLst>
            </a:custGeom>
            <a:ln w="16926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59" name="object 59"/>
            <p:cNvSpPr/>
            <p:nvPr/>
          </p:nvSpPr>
          <p:spPr>
            <a:xfrm>
              <a:off x="6310858" y="3740632"/>
              <a:ext cx="1270" cy="2540"/>
            </a:xfrm>
            <a:custGeom>
              <a:avLst/>
              <a:gdLst/>
              <a:ahLst/>
              <a:cxnLst/>
              <a:rect l="l" t="t" r="r" b="b"/>
              <a:pathLst>
                <a:path w="1270" h="2539">
                  <a:moveTo>
                    <a:pt x="0" y="0"/>
                  </a:moveTo>
                  <a:lnTo>
                    <a:pt x="698" y="2286"/>
                  </a:lnTo>
                </a:path>
              </a:pathLst>
            </a:custGeom>
            <a:ln w="16926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60" name="object 60"/>
            <p:cNvSpPr/>
            <p:nvPr/>
          </p:nvSpPr>
          <p:spPr>
            <a:xfrm>
              <a:off x="6016014" y="3697465"/>
              <a:ext cx="635" cy="71120"/>
            </a:xfrm>
            <a:custGeom>
              <a:avLst/>
              <a:gdLst/>
              <a:ahLst/>
              <a:cxnLst/>
              <a:rect l="l" t="t" r="r" b="b"/>
              <a:pathLst>
                <a:path w="635" h="71120">
                  <a:moveTo>
                    <a:pt x="88" y="70967"/>
                  </a:moveTo>
                  <a:lnTo>
                    <a:pt x="0" y="0"/>
                  </a:lnTo>
                </a:path>
              </a:pathLst>
            </a:custGeom>
            <a:ln w="16926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61" name="object 61"/>
            <p:cNvSpPr/>
            <p:nvPr/>
          </p:nvSpPr>
          <p:spPr>
            <a:xfrm>
              <a:off x="6043675" y="3800868"/>
              <a:ext cx="314960" cy="635"/>
            </a:xfrm>
            <a:custGeom>
              <a:avLst/>
              <a:gdLst/>
              <a:ahLst/>
              <a:cxnLst/>
              <a:rect l="l" t="t" r="r" b="b"/>
              <a:pathLst>
                <a:path w="314960" h="635">
                  <a:moveTo>
                    <a:pt x="314375" y="0"/>
                  </a:moveTo>
                  <a:lnTo>
                    <a:pt x="0" y="190"/>
                  </a:lnTo>
                </a:path>
              </a:pathLst>
            </a:custGeom>
            <a:ln w="16926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62" name="object 62"/>
            <p:cNvSpPr/>
            <p:nvPr/>
          </p:nvSpPr>
          <p:spPr>
            <a:xfrm>
              <a:off x="6015875" y="3768522"/>
              <a:ext cx="27940" cy="33020"/>
            </a:xfrm>
            <a:custGeom>
              <a:avLst/>
              <a:gdLst/>
              <a:ahLst/>
              <a:cxnLst/>
              <a:rect l="l" t="t" r="r" b="b"/>
              <a:pathLst>
                <a:path w="27939" h="33020">
                  <a:moveTo>
                    <a:pt x="27800" y="32639"/>
                  </a:moveTo>
                  <a:lnTo>
                    <a:pt x="25755" y="32702"/>
                  </a:lnTo>
                  <a:lnTo>
                    <a:pt x="23723" y="32537"/>
                  </a:lnTo>
                  <a:lnTo>
                    <a:pt x="21729" y="32131"/>
                  </a:lnTo>
                  <a:lnTo>
                    <a:pt x="19710" y="31737"/>
                  </a:lnTo>
                  <a:lnTo>
                    <a:pt x="10668" y="27152"/>
                  </a:lnTo>
                  <a:lnTo>
                    <a:pt x="9042" y="25920"/>
                  </a:lnTo>
                  <a:lnTo>
                    <a:pt x="800" y="12115"/>
                  </a:lnTo>
                  <a:lnTo>
                    <a:pt x="317" y="10134"/>
                  </a:lnTo>
                  <a:lnTo>
                    <a:pt x="50" y="8115"/>
                  </a:lnTo>
                  <a:lnTo>
                    <a:pt x="25" y="6057"/>
                  </a:lnTo>
                  <a:lnTo>
                    <a:pt x="0" y="4013"/>
                  </a:lnTo>
                  <a:lnTo>
                    <a:pt x="203" y="1993"/>
                  </a:lnTo>
                  <a:lnTo>
                    <a:pt x="635" y="0"/>
                  </a:lnTo>
                </a:path>
              </a:pathLst>
            </a:custGeom>
            <a:ln w="16926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63" name="object 63"/>
            <p:cNvSpPr/>
            <p:nvPr/>
          </p:nvSpPr>
          <p:spPr>
            <a:xfrm>
              <a:off x="6016205" y="3563213"/>
              <a:ext cx="635" cy="76835"/>
            </a:xfrm>
            <a:custGeom>
              <a:avLst/>
              <a:gdLst/>
              <a:ahLst/>
              <a:cxnLst/>
              <a:rect l="l" t="t" r="r" b="b"/>
              <a:pathLst>
                <a:path w="635" h="76835">
                  <a:moveTo>
                    <a:pt x="0" y="0"/>
                  </a:moveTo>
                  <a:lnTo>
                    <a:pt x="38" y="76796"/>
                  </a:lnTo>
                </a:path>
              </a:pathLst>
            </a:custGeom>
            <a:ln w="16926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64" name="object 64"/>
            <p:cNvSpPr/>
            <p:nvPr/>
          </p:nvSpPr>
          <p:spPr>
            <a:xfrm>
              <a:off x="6045453" y="3530600"/>
              <a:ext cx="313690" cy="0"/>
            </a:xfrm>
            <a:custGeom>
              <a:avLst/>
              <a:gdLst/>
              <a:ahLst/>
              <a:cxnLst/>
              <a:rect l="l" t="t" r="r" b="b"/>
              <a:pathLst>
                <a:path w="313689" h="0">
                  <a:moveTo>
                    <a:pt x="313258" y="0"/>
                  </a:moveTo>
                  <a:lnTo>
                    <a:pt x="0" y="0"/>
                  </a:lnTo>
                </a:path>
              </a:pathLst>
            </a:custGeom>
            <a:ln w="16926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65" name="object 65"/>
            <p:cNvSpPr/>
            <p:nvPr/>
          </p:nvSpPr>
          <p:spPr>
            <a:xfrm>
              <a:off x="6015901" y="3530523"/>
              <a:ext cx="29845" cy="33020"/>
            </a:xfrm>
            <a:custGeom>
              <a:avLst/>
              <a:gdLst/>
              <a:ahLst/>
              <a:cxnLst/>
              <a:rect l="l" t="t" r="r" b="b"/>
              <a:pathLst>
                <a:path w="29845" h="33020">
                  <a:moveTo>
                    <a:pt x="29527" y="317"/>
                  </a:moveTo>
                  <a:lnTo>
                    <a:pt x="27419" y="25"/>
                  </a:lnTo>
                  <a:lnTo>
                    <a:pt x="25298" y="0"/>
                  </a:lnTo>
                  <a:lnTo>
                    <a:pt x="23177" y="241"/>
                  </a:lnTo>
                  <a:lnTo>
                    <a:pt x="21056" y="469"/>
                  </a:lnTo>
                  <a:lnTo>
                    <a:pt x="11366" y="4610"/>
                  </a:lnTo>
                  <a:lnTo>
                    <a:pt x="9601" y="5816"/>
                  </a:lnTo>
                  <a:lnTo>
                    <a:pt x="8013" y="7200"/>
                  </a:lnTo>
                  <a:lnTo>
                    <a:pt x="6591" y="8801"/>
                  </a:lnTo>
                  <a:lnTo>
                    <a:pt x="5168" y="10388"/>
                  </a:lnTo>
                  <a:lnTo>
                    <a:pt x="749" y="19964"/>
                  </a:lnTo>
                  <a:lnTo>
                    <a:pt x="241" y="22034"/>
                  </a:lnTo>
                  <a:lnTo>
                    <a:pt x="0" y="24130"/>
                  </a:lnTo>
                  <a:lnTo>
                    <a:pt x="12" y="26263"/>
                  </a:lnTo>
                  <a:lnTo>
                    <a:pt x="25" y="28397"/>
                  </a:lnTo>
                  <a:lnTo>
                    <a:pt x="304" y="30492"/>
                  </a:lnTo>
                  <a:lnTo>
                    <a:pt x="838" y="32562"/>
                  </a:lnTo>
                </a:path>
              </a:pathLst>
            </a:custGeom>
            <a:ln w="16926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66" name="object 66"/>
            <p:cNvSpPr/>
            <p:nvPr/>
          </p:nvSpPr>
          <p:spPr>
            <a:xfrm>
              <a:off x="7544523" y="3752011"/>
              <a:ext cx="40640" cy="33020"/>
            </a:xfrm>
            <a:custGeom>
              <a:avLst/>
              <a:gdLst/>
              <a:ahLst/>
              <a:cxnLst/>
              <a:rect l="l" t="t" r="r" b="b"/>
              <a:pathLst>
                <a:path w="40640" h="33020">
                  <a:moveTo>
                    <a:pt x="40132" y="32613"/>
                  </a:moveTo>
                  <a:lnTo>
                    <a:pt x="16078" y="711"/>
                  </a:lnTo>
                  <a:lnTo>
                    <a:pt x="10858" y="50"/>
                  </a:lnTo>
                  <a:lnTo>
                    <a:pt x="0" y="0"/>
                  </a:lnTo>
                </a:path>
              </a:pathLst>
            </a:custGeom>
            <a:ln w="16936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67" name="object 67"/>
            <p:cNvSpPr/>
            <p:nvPr/>
          </p:nvSpPr>
          <p:spPr>
            <a:xfrm>
              <a:off x="7312012" y="3751999"/>
              <a:ext cx="32384" cy="43180"/>
            </a:xfrm>
            <a:custGeom>
              <a:avLst/>
              <a:gdLst/>
              <a:ahLst/>
              <a:cxnLst/>
              <a:rect l="l" t="t" r="r" b="b"/>
              <a:pathLst>
                <a:path w="32384" h="43179">
                  <a:moveTo>
                    <a:pt x="32016" y="0"/>
                  </a:moveTo>
                  <a:lnTo>
                    <a:pt x="660" y="24231"/>
                  </a:lnTo>
                  <a:lnTo>
                    <a:pt x="38" y="33629"/>
                  </a:lnTo>
                  <a:lnTo>
                    <a:pt x="0" y="42570"/>
                  </a:lnTo>
                </a:path>
              </a:pathLst>
            </a:custGeom>
            <a:ln w="16936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68" name="object 68"/>
            <p:cNvSpPr/>
            <p:nvPr/>
          </p:nvSpPr>
          <p:spPr>
            <a:xfrm>
              <a:off x="7312012" y="4084739"/>
              <a:ext cx="40640" cy="33020"/>
            </a:xfrm>
            <a:custGeom>
              <a:avLst/>
              <a:gdLst/>
              <a:ahLst/>
              <a:cxnLst/>
              <a:rect l="l" t="t" r="r" b="b"/>
              <a:pathLst>
                <a:path w="40640" h="33020">
                  <a:moveTo>
                    <a:pt x="0" y="0"/>
                  </a:moveTo>
                  <a:lnTo>
                    <a:pt x="23609" y="31826"/>
                  </a:lnTo>
                  <a:lnTo>
                    <a:pt x="28575" y="32410"/>
                  </a:lnTo>
                  <a:lnTo>
                    <a:pt x="40284" y="32461"/>
                  </a:lnTo>
                </a:path>
              </a:pathLst>
            </a:custGeom>
            <a:ln w="16936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69" name="object 69"/>
            <p:cNvSpPr/>
            <p:nvPr/>
          </p:nvSpPr>
          <p:spPr>
            <a:xfrm>
              <a:off x="7497292" y="3960888"/>
              <a:ext cx="173355" cy="173355"/>
            </a:xfrm>
            <a:custGeom>
              <a:avLst/>
              <a:gdLst/>
              <a:ahLst/>
              <a:cxnLst/>
              <a:rect l="l" t="t" r="r" b="b"/>
              <a:pathLst>
                <a:path w="173354" h="173354">
                  <a:moveTo>
                    <a:pt x="173355" y="86677"/>
                  </a:moveTo>
                  <a:lnTo>
                    <a:pt x="173355" y="92367"/>
                  </a:lnTo>
                  <a:lnTo>
                    <a:pt x="172796" y="97993"/>
                  </a:lnTo>
                  <a:lnTo>
                    <a:pt x="171691" y="103581"/>
                  </a:lnTo>
                  <a:lnTo>
                    <a:pt x="170573" y="109169"/>
                  </a:lnTo>
                  <a:lnTo>
                    <a:pt x="168935" y="114579"/>
                  </a:lnTo>
                  <a:lnTo>
                    <a:pt x="166751" y="119837"/>
                  </a:lnTo>
                  <a:lnTo>
                    <a:pt x="164579" y="125095"/>
                  </a:lnTo>
                  <a:lnTo>
                    <a:pt x="161912" y="130098"/>
                  </a:lnTo>
                  <a:lnTo>
                    <a:pt x="158750" y="134823"/>
                  </a:lnTo>
                  <a:lnTo>
                    <a:pt x="155587" y="139560"/>
                  </a:lnTo>
                  <a:lnTo>
                    <a:pt x="125107" y="164579"/>
                  </a:lnTo>
                  <a:lnTo>
                    <a:pt x="119849" y="166751"/>
                  </a:lnTo>
                  <a:lnTo>
                    <a:pt x="114592" y="168922"/>
                  </a:lnTo>
                  <a:lnTo>
                    <a:pt x="109169" y="170573"/>
                  </a:lnTo>
                  <a:lnTo>
                    <a:pt x="103581" y="171678"/>
                  </a:lnTo>
                  <a:lnTo>
                    <a:pt x="98005" y="172796"/>
                  </a:lnTo>
                  <a:lnTo>
                    <a:pt x="92367" y="173355"/>
                  </a:lnTo>
                  <a:lnTo>
                    <a:pt x="86677" y="173355"/>
                  </a:lnTo>
                  <a:lnTo>
                    <a:pt x="80987" y="173355"/>
                  </a:lnTo>
                  <a:lnTo>
                    <a:pt x="75349" y="172796"/>
                  </a:lnTo>
                  <a:lnTo>
                    <a:pt x="69761" y="171678"/>
                  </a:lnTo>
                  <a:lnTo>
                    <a:pt x="64185" y="170573"/>
                  </a:lnTo>
                  <a:lnTo>
                    <a:pt x="58762" y="168922"/>
                  </a:lnTo>
                  <a:lnTo>
                    <a:pt x="53505" y="166751"/>
                  </a:lnTo>
                  <a:lnTo>
                    <a:pt x="48247" y="164579"/>
                  </a:lnTo>
                  <a:lnTo>
                    <a:pt x="25387" y="147967"/>
                  </a:lnTo>
                  <a:lnTo>
                    <a:pt x="21361" y="143941"/>
                  </a:lnTo>
                  <a:lnTo>
                    <a:pt x="17767" y="139560"/>
                  </a:lnTo>
                  <a:lnTo>
                    <a:pt x="14605" y="134823"/>
                  </a:lnTo>
                  <a:lnTo>
                    <a:pt x="11442" y="130098"/>
                  </a:lnTo>
                  <a:lnTo>
                    <a:pt x="1663" y="103581"/>
                  </a:lnTo>
                  <a:lnTo>
                    <a:pt x="558" y="97993"/>
                  </a:lnTo>
                  <a:lnTo>
                    <a:pt x="0" y="92367"/>
                  </a:lnTo>
                  <a:lnTo>
                    <a:pt x="0" y="86677"/>
                  </a:lnTo>
                  <a:lnTo>
                    <a:pt x="0" y="80975"/>
                  </a:lnTo>
                  <a:lnTo>
                    <a:pt x="558" y="75349"/>
                  </a:lnTo>
                  <a:lnTo>
                    <a:pt x="1663" y="69761"/>
                  </a:lnTo>
                  <a:lnTo>
                    <a:pt x="2768" y="64173"/>
                  </a:lnTo>
                  <a:lnTo>
                    <a:pt x="14605" y="38519"/>
                  </a:lnTo>
                  <a:lnTo>
                    <a:pt x="17767" y="33782"/>
                  </a:lnTo>
                  <a:lnTo>
                    <a:pt x="48247" y="8775"/>
                  </a:lnTo>
                  <a:lnTo>
                    <a:pt x="69761" y="1663"/>
                  </a:lnTo>
                  <a:lnTo>
                    <a:pt x="75349" y="546"/>
                  </a:lnTo>
                  <a:lnTo>
                    <a:pt x="80987" y="0"/>
                  </a:lnTo>
                  <a:lnTo>
                    <a:pt x="86677" y="0"/>
                  </a:lnTo>
                  <a:lnTo>
                    <a:pt x="92367" y="0"/>
                  </a:lnTo>
                  <a:lnTo>
                    <a:pt x="98005" y="546"/>
                  </a:lnTo>
                  <a:lnTo>
                    <a:pt x="103581" y="1663"/>
                  </a:lnTo>
                  <a:lnTo>
                    <a:pt x="109169" y="2768"/>
                  </a:lnTo>
                  <a:lnTo>
                    <a:pt x="143941" y="21361"/>
                  </a:lnTo>
                  <a:lnTo>
                    <a:pt x="158750" y="38519"/>
                  </a:lnTo>
                  <a:lnTo>
                    <a:pt x="161912" y="43243"/>
                  </a:lnTo>
                  <a:lnTo>
                    <a:pt x="164579" y="48247"/>
                  </a:lnTo>
                  <a:lnTo>
                    <a:pt x="166751" y="53505"/>
                  </a:lnTo>
                  <a:lnTo>
                    <a:pt x="168935" y="58762"/>
                  </a:lnTo>
                  <a:lnTo>
                    <a:pt x="170573" y="64173"/>
                  </a:lnTo>
                  <a:lnTo>
                    <a:pt x="171691" y="69761"/>
                  </a:lnTo>
                  <a:lnTo>
                    <a:pt x="172796" y="75349"/>
                  </a:lnTo>
                  <a:lnTo>
                    <a:pt x="173355" y="80975"/>
                  </a:lnTo>
                  <a:lnTo>
                    <a:pt x="173355" y="86677"/>
                  </a:lnTo>
                  <a:close/>
                </a:path>
              </a:pathLst>
            </a:custGeom>
            <a:ln w="16936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70" name="object 70"/>
            <p:cNvSpPr/>
            <p:nvPr/>
          </p:nvSpPr>
          <p:spPr>
            <a:xfrm>
              <a:off x="7584655" y="3784625"/>
              <a:ext cx="1270" cy="176530"/>
            </a:xfrm>
            <a:custGeom>
              <a:avLst/>
              <a:gdLst/>
              <a:ahLst/>
              <a:cxnLst/>
              <a:rect l="l" t="t" r="r" b="b"/>
              <a:pathLst>
                <a:path w="1270" h="176529">
                  <a:moveTo>
                    <a:pt x="914" y="176517"/>
                  </a:moveTo>
                  <a:lnTo>
                    <a:pt x="0" y="0"/>
                  </a:lnTo>
                </a:path>
              </a:pathLst>
            </a:custGeom>
            <a:ln w="16936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71" name="object 71"/>
            <p:cNvSpPr/>
            <p:nvPr/>
          </p:nvSpPr>
          <p:spPr>
            <a:xfrm>
              <a:off x="7530909" y="4117200"/>
              <a:ext cx="4445" cy="2540"/>
            </a:xfrm>
            <a:custGeom>
              <a:avLst/>
              <a:gdLst/>
              <a:ahLst/>
              <a:cxnLst/>
              <a:rect l="l" t="t" r="r" b="b"/>
              <a:pathLst>
                <a:path w="4445" h="2539">
                  <a:moveTo>
                    <a:pt x="4254" y="1930"/>
                  </a:moveTo>
                  <a:lnTo>
                    <a:pt x="0" y="0"/>
                  </a:lnTo>
                </a:path>
              </a:pathLst>
            </a:custGeom>
            <a:ln w="16936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72" name="object 72"/>
            <p:cNvSpPr/>
            <p:nvPr/>
          </p:nvSpPr>
          <p:spPr>
            <a:xfrm>
              <a:off x="7372527" y="3846855"/>
              <a:ext cx="149860" cy="635"/>
            </a:xfrm>
            <a:custGeom>
              <a:avLst/>
              <a:gdLst/>
              <a:ahLst/>
              <a:cxnLst/>
              <a:rect l="l" t="t" r="r" b="b"/>
              <a:pathLst>
                <a:path w="149859" h="635">
                  <a:moveTo>
                    <a:pt x="0" y="38"/>
                  </a:moveTo>
                  <a:lnTo>
                    <a:pt x="149821" y="0"/>
                  </a:lnTo>
                </a:path>
              </a:pathLst>
            </a:custGeom>
            <a:ln w="16936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73" name="object 73"/>
            <p:cNvSpPr/>
            <p:nvPr/>
          </p:nvSpPr>
          <p:spPr>
            <a:xfrm>
              <a:off x="7373480" y="3909504"/>
              <a:ext cx="149225" cy="635"/>
            </a:xfrm>
            <a:custGeom>
              <a:avLst/>
              <a:gdLst/>
              <a:ahLst/>
              <a:cxnLst/>
              <a:rect l="l" t="t" r="r" b="b"/>
              <a:pathLst>
                <a:path w="149225" h="635">
                  <a:moveTo>
                    <a:pt x="0" y="50"/>
                  </a:moveTo>
                  <a:lnTo>
                    <a:pt x="148869" y="0"/>
                  </a:lnTo>
                </a:path>
              </a:pathLst>
            </a:custGeom>
            <a:ln w="16936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74" name="object 74"/>
            <p:cNvSpPr/>
            <p:nvPr/>
          </p:nvSpPr>
          <p:spPr>
            <a:xfrm>
              <a:off x="7372527" y="3971404"/>
              <a:ext cx="102870" cy="635"/>
            </a:xfrm>
            <a:custGeom>
              <a:avLst/>
              <a:gdLst/>
              <a:ahLst/>
              <a:cxnLst/>
              <a:rect l="l" t="t" r="r" b="b"/>
              <a:pathLst>
                <a:path w="102870" h="635">
                  <a:moveTo>
                    <a:pt x="0" y="0"/>
                  </a:moveTo>
                  <a:lnTo>
                    <a:pt x="102857" y="25"/>
                  </a:lnTo>
                </a:path>
              </a:pathLst>
            </a:custGeom>
            <a:ln w="16936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75" name="object 75"/>
            <p:cNvSpPr/>
            <p:nvPr/>
          </p:nvSpPr>
          <p:spPr>
            <a:xfrm>
              <a:off x="7568602" y="4021937"/>
              <a:ext cx="53340" cy="53975"/>
            </a:xfrm>
            <a:custGeom>
              <a:avLst/>
              <a:gdLst/>
              <a:ahLst/>
              <a:cxnLst/>
              <a:rect l="l" t="t" r="r" b="b"/>
              <a:pathLst>
                <a:path w="53340" h="53975">
                  <a:moveTo>
                    <a:pt x="0" y="53733"/>
                  </a:moveTo>
                  <a:lnTo>
                    <a:pt x="53162" y="0"/>
                  </a:lnTo>
                </a:path>
              </a:pathLst>
            </a:custGeom>
            <a:ln w="16936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76" name="object 76"/>
            <p:cNvSpPr/>
            <p:nvPr/>
          </p:nvSpPr>
          <p:spPr>
            <a:xfrm>
              <a:off x="7544485" y="4051122"/>
              <a:ext cx="24130" cy="24765"/>
            </a:xfrm>
            <a:custGeom>
              <a:avLst/>
              <a:gdLst/>
              <a:ahLst/>
              <a:cxnLst/>
              <a:rect l="l" t="t" r="r" b="b"/>
              <a:pathLst>
                <a:path w="24129" h="24764">
                  <a:moveTo>
                    <a:pt x="0" y="0"/>
                  </a:moveTo>
                  <a:lnTo>
                    <a:pt x="24117" y="24549"/>
                  </a:lnTo>
                </a:path>
              </a:pathLst>
            </a:custGeom>
            <a:ln w="16936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77" name="object 77"/>
            <p:cNvSpPr/>
            <p:nvPr/>
          </p:nvSpPr>
          <p:spPr>
            <a:xfrm>
              <a:off x="7344028" y="3751999"/>
              <a:ext cx="200660" cy="635"/>
            </a:xfrm>
            <a:custGeom>
              <a:avLst/>
              <a:gdLst/>
              <a:ahLst/>
              <a:cxnLst/>
              <a:rect l="l" t="t" r="r" b="b"/>
              <a:pathLst>
                <a:path w="200659" h="635">
                  <a:moveTo>
                    <a:pt x="200494" y="12"/>
                  </a:moveTo>
                  <a:lnTo>
                    <a:pt x="0" y="0"/>
                  </a:lnTo>
                </a:path>
              </a:pathLst>
            </a:custGeom>
            <a:ln w="16936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78" name="object 78"/>
            <p:cNvSpPr/>
            <p:nvPr/>
          </p:nvSpPr>
          <p:spPr>
            <a:xfrm>
              <a:off x="7312012" y="3794569"/>
              <a:ext cx="0" cy="290195"/>
            </a:xfrm>
            <a:custGeom>
              <a:avLst/>
              <a:gdLst/>
              <a:ahLst/>
              <a:cxnLst/>
              <a:rect l="l" t="t" r="r" b="b"/>
              <a:pathLst>
                <a:path w="0" h="290195">
                  <a:moveTo>
                    <a:pt x="0" y="0"/>
                  </a:moveTo>
                  <a:lnTo>
                    <a:pt x="0" y="290169"/>
                  </a:lnTo>
                </a:path>
              </a:pathLst>
            </a:custGeom>
            <a:ln w="16936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79" name="object 79"/>
            <p:cNvSpPr/>
            <p:nvPr/>
          </p:nvSpPr>
          <p:spPr>
            <a:xfrm>
              <a:off x="7352296" y="4117200"/>
              <a:ext cx="179070" cy="0"/>
            </a:xfrm>
            <a:custGeom>
              <a:avLst/>
              <a:gdLst/>
              <a:ahLst/>
              <a:cxnLst/>
              <a:rect l="l" t="t" r="r" b="b"/>
              <a:pathLst>
                <a:path w="179070" h="0">
                  <a:moveTo>
                    <a:pt x="0" y="0"/>
                  </a:moveTo>
                  <a:lnTo>
                    <a:pt x="178612" y="0"/>
                  </a:lnTo>
                </a:path>
              </a:pathLst>
            </a:custGeom>
            <a:ln w="16936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80" name="object 80"/>
          <p:cNvSpPr txBox="1"/>
          <p:nvPr/>
        </p:nvSpPr>
        <p:spPr>
          <a:xfrm>
            <a:off x="6953415" y="2588767"/>
            <a:ext cx="1381760" cy="446405"/>
          </a:xfrm>
          <a:prstGeom prst="rect">
            <a:avLst/>
          </a:prstGeom>
        </p:spPr>
        <p:txBody>
          <a:bodyPr wrap="square" lIns="0" tIns="5080" rIns="0" bIns="0" rtlCol="0" vert="horz">
            <a:spAutoFit/>
          </a:bodyPr>
          <a:lstStyle/>
          <a:p>
            <a:pPr marL="433070" marR="5080" indent="-421005">
              <a:lnSpc>
                <a:spcPct val="104000"/>
              </a:lnSpc>
              <a:spcBef>
                <a:spcPts val="40"/>
              </a:spcBef>
            </a:pPr>
            <a:r>
              <a:rPr dirty="0" sz="1350" spc="-75">
                <a:solidFill>
                  <a:srgbClr val="374552"/>
                </a:solidFill>
                <a:latin typeface="Verdana"/>
                <a:cs typeface="Verdana"/>
              </a:rPr>
              <a:t>Bidirectional</a:t>
            </a:r>
            <a:r>
              <a:rPr dirty="0" sz="1350" spc="-40">
                <a:solidFill>
                  <a:srgbClr val="374552"/>
                </a:solidFill>
                <a:latin typeface="Verdana"/>
                <a:cs typeface="Verdana"/>
              </a:rPr>
              <a:t> </a:t>
            </a:r>
            <a:r>
              <a:rPr dirty="0" sz="1350" spc="-25">
                <a:solidFill>
                  <a:srgbClr val="374552"/>
                </a:solidFill>
                <a:latin typeface="Verdana"/>
                <a:cs typeface="Verdana"/>
              </a:rPr>
              <a:t>CCR </a:t>
            </a:r>
            <a:r>
              <a:rPr dirty="0" sz="1350" spc="-10">
                <a:solidFill>
                  <a:srgbClr val="374552"/>
                </a:solidFill>
                <a:latin typeface="Verdana"/>
                <a:cs typeface="Verdana"/>
              </a:rPr>
              <a:t>resync</a:t>
            </a:r>
            <a:endParaRPr sz="1350">
              <a:latin typeface="Verdana"/>
              <a:cs typeface="Verdana"/>
            </a:endParaRPr>
          </a:p>
        </p:txBody>
      </p:sp>
      <p:sp>
        <p:nvSpPr>
          <p:cNvPr id="81" name="object 81"/>
          <p:cNvSpPr txBox="1"/>
          <p:nvPr/>
        </p:nvSpPr>
        <p:spPr>
          <a:xfrm>
            <a:off x="605675" y="5668333"/>
            <a:ext cx="10113645" cy="330200"/>
          </a:xfrm>
          <a:prstGeom prst="rect">
            <a:avLst/>
          </a:prstGeom>
        </p:spPr>
        <p:txBody>
          <a:bodyPr wrap="square" lIns="0" tIns="12065" rIns="0" bIns="0" rtlCol="0" vert="horz">
            <a:spAutoFit/>
          </a:bodyPr>
          <a:lstStyle/>
          <a:p>
            <a:pPr marL="12700" marR="5080">
              <a:lnSpc>
                <a:spcPct val="111100"/>
              </a:lnSpc>
              <a:spcBef>
                <a:spcPts val="95"/>
              </a:spcBef>
            </a:pPr>
            <a:r>
              <a:rPr dirty="0" sz="900">
                <a:solidFill>
                  <a:srgbClr val="374552"/>
                </a:solidFill>
                <a:latin typeface="Trebuchet MS"/>
                <a:cs typeface="Trebuchet MS"/>
              </a:rPr>
              <a:t>In</a:t>
            </a:r>
            <a:r>
              <a:rPr dirty="0" sz="900" spc="-15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900" spc="-20">
                <a:solidFill>
                  <a:srgbClr val="374552"/>
                </a:solidFill>
                <a:latin typeface="Trebuchet MS"/>
                <a:cs typeface="Trebuchet MS"/>
              </a:rPr>
              <a:t>the</a:t>
            </a:r>
            <a:r>
              <a:rPr dirty="0" sz="900" spc="-15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900" spc="-20">
                <a:solidFill>
                  <a:srgbClr val="374552"/>
                </a:solidFill>
                <a:latin typeface="Trebuchet MS"/>
                <a:cs typeface="Trebuchet MS"/>
              </a:rPr>
              <a:t>current</a:t>
            </a:r>
            <a:r>
              <a:rPr dirty="0" sz="900" spc="-15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900" spc="-30">
                <a:solidFill>
                  <a:srgbClr val="374552"/>
                </a:solidFill>
                <a:latin typeface="Trebuchet MS"/>
                <a:cs typeface="Trebuchet MS"/>
              </a:rPr>
              <a:t>state,</a:t>
            </a:r>
            <a:r>
              <a:rPr dirty="0" sz="900" spc="-15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900" spc="-20">
                <a:solidFill>
                  <a:srgbClr val="374552"/>
                </a:solidFill>
                <a:latin typeface="Trebuchet MS"/>
                <a:cs typeface="Trebuchet MS"/>
              </a:rPr>
              <a:t>the</a:t>
            </a:r>
            <a:r>
              <a:rPr dirty="0" sz="900" spc="-15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900" spc="-10">
                <a:solidFill>
                  <a:srgbClr val="374552"/>
                </a:solidFill>
                <a:latin typeface="Trebuchet MS"/>
                <a:cs typeface="Trebuchet MS"/>
              </a:rPr>
              <a:t>application</a:t>
            </a:r>
            <a:r>
              <a:rPr dirty="0" sz="900" spc="-15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900" spc="-25">
                <a:solidFill>
                  <a:srgbClr val="374552"/>
                </a:solidFill>
                <a:latin typeface="Trebuchet MS"/>
                <a:cs typeface="Trebuchet MS"/>
              </a:rPr>
              <a:t>layer</a:t>
            </a:r>
            <a:r>
              <a:rPr dirty="0" sz="900" spc="-20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900" spc="-10">
                <a:solidFill>
                  <a:srgbClr val="374552"/>
                </a:solidFill>
                <a:latin typeface="Trebuchet MS"/>
                <a:cs typeface="Trebuchet MS"/>
              </a:rPr>
              <a:t>writes</a:t>
            </a:r>
            <a:r>
              <a:rPr dirty="0" sz="900" spc="-15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900" spc="-10">
                <a:solidFill>
                  <a:srgbClr val="374552"/>
                </a:solidFill>
                <a:latin typeface="Trebuchet MS"/>
                <a:cs typeface="Trebuchet MS"/>
              </a:rPr>
              <a:t>data</a:t>
            </a:r>
            <a:r>
              <a:rPr dirty="0" sz="900" spc="-20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900" spc="-30">
                <a:solidFill>
                  <a:srgbClr val="374552"/>
                </a:solidFill>
                <a:latin typeface="Trebuchet MS"/>
                <a:cs typeface="Trebuchet MS"/>
              </a:rPr>
              <a:t>to</a:t>
            </a:r>
            <a:r>
              <a:rPr dirty="0" sz="900" spc="-20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900" spc="-30">
                <a:solidFill>
                  <a:srgbClr val="374552"/>
                </a:solidFill>
                <a:latin typeface="Trebuchet MS"/>
                <a:cs typeface="Trebuchet MS"/>
              </a:rPr>
              <a:t>either</a:t>
            </a:r>
            <a:r>
              <a:rPr dirty="0" sz="900" spc="-20">
                <a:solidFill>
                  <a:srgbClr val="374552"/>
                </a:solidFill>
                <a:latin typeface="Trebuchet MS"/>
                <a:cs typeface="Trebuchet MS"/>
              </a:rPr>
              <a:t> the</a:t>
            </a:r>
            <a:r>
              <a:rPr dirty="0" sz="900" spc="-15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900">
                <a:solidFill>
                  <a:srgbClr val="374552"/>
                </a:solidFill>
                <a:latin typeface="Trebuchet MS"/>
                <a:cs typeface="Trebuchet MS"/>
              </a:rPr>
              <a:t>Production</a:t>
            </a:r>
            <a:r>
              <a:rPr dirty="0" sz="900" spc="-15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900">
                <a:solidFill>
                  <a:srgbClr val="374552"/>
                </a:solidFill>
                <a:latin typeface="Trebuchet MS"/>
                <a:cs typeface="Trebuchet MS"/>
              </a:rPr>
              <a:t>or</a:t>
            </a:r>
            <a:r>
              <a:rPr dirty="0" sz="900" spc="-20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900" spc="55">
                <a:solidFill>
                  <a:srgbClr val="374552"/>
                </a:solidFill>
                <a:latin typeface="Trebuchet MS"/>
                <a:cs typeface="Trebuchet MS"/>
              </a:rPr>
              <a:t>BCP</a:t>
            </a:r>
            <a:r>
              <a:rPr dirty="0" sz="900" spc="-20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900">
                <a:solidFill>
                  <a:srgbClr val="374552"/>
                </a:solidFill>
                <a:latin typeface="Trebuchet MS"/>
                <a:cs typeface="Trebuchet MS"/>
              </a:rPr>
              <a:t>Elasticsearch</a:t>
            </a:r>
            <a:r>
              <a:rPr dirty="0" sz="900" spc="-20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900" spc="-25">
                <a:solidFill>
                  <a:srgbClr val="374552"/>
                </a:solidFill>
                <a:latin typeface="Trebuchet MS"/>
                <a:cs typeface="Trebuchet MS"/>
              </a:rPr>
              <a:t>cluster.</a:t>
            </a:r>
            <a:r>
              <a:rPr dirty="0" sz="900" spc="-15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900" spc="-20">
                <a:solidFill>
                  <a:srgbClr val="374552"/>
                </a:solidFill>
                <a:latin typeface="Trebuchet MS"/>
                <a:cs typeface="Trebuchet MS"/>
              </a:rPr>
              <a:t>Unidirectional</a:t>
            </a:r>
            <a:r>
              <a:rPr dirty="0" sz="900" spc="-15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900">
                <a:solidFill>
                  <a:srgbClr val="374552"/>
                </a:solidFill>
                <a:latin typeface="Trebuchet MS"/>
                <a:cs typeface="Trebuchet MS"/>
              </a:rPr>
              <a:t>CCR</a:t>
            </a:r>
            <a:r>
              <a:rPr dirty="0" sz="900" spc="-10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900">
                <a:solidFill>
                  <a:srgbClr val="374552"/>
                </a:solidFill>
                <a:latin typeface="Trebuchet MS"/>
                <a:cs typeface="Trebuchet MS"/>
              </a:rPr>
              <a:t>ensures</a:t>
            </a:r>
            <a:r>
              <a:rPr dirty="0" sz="900" spc="-15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900" spc="-10">
                <a:solidFill>
                  <a:srgbClr val="374552"/>
                </a:solidFill>
                <a:latin typeface="Trebuchet MS"/>
                <a:cs typeface="Trebuchet MS"/>
              </a:rPr>
              <a:t>data</a:t>
            </a:r>
            <a:r>
              <a:rPr dirty="0" sz="900" spc="-20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900" spc="-10">
                <a:solidFill>
                  <a:srgbClr val="374552"/>
                </a:solidFill>
                <a:latin typeface="Trebuchet MS"/>
                <a:cs typeface="Trebuchet MS"/>
              </a:rPr>
              <a:t>synchronization,</a:t>
            </a:r>
            <a:r>
              <a:rPr dirty="0" sz="900" spc="-15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900" spc="-25">
                <a:solidFill>
                  <a:srgbClr val="374552"/>
                </a:solidFill>
                <a:latin typeface="Trebuchet MS"/>
                <a:cs typeface="Trebuchet MS"/>
              </a:rPr>
              <a:t>with</a:t>
            </a:r>
            <a:r>
              <a:rPr dirty="0" sz="900" spc="-20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900" spc="-10">
                <a:solidFill>
                  <a:srgbClr val="374552"/>
                </a:solidFill>
                <a:latin typeface="Trebuchet MS"/>
                <a:cs typeface="Trebuchet MS"/>
              </a:rPr>
              <a:t>automatic</a:t>
            </a:r>
            <a:r>
              <a:rPr dirty="0" sz="900" spc="-20">
                <a:solidFill>
                  <a:srgbClr val="374552"/>
                </a:solidFill>
                <a:latin typeface="Trebuchet MS"/>
                <a:cs typeface="Trebuchet MS"/>
              </a:rPr>
              <a:t> failover </a:t>
            </a:r>
            <a:r>
              <a:rPr dirty="0" sz="900" spc="-30">
                <a:solidFill>
                  <a:srgbClr val="374552"/>
                </a:solidFill>
                <a:latin typeface="Trebuchet MS"/>
                <a:cs typeface="Trebuchet MS"/>
              </a:rPr>
              <a:t>to</a:t>
            </a:r>
            <a:r>
              <a:rPr dirty="0" sz="900" spc="-20">
                <a:solidFill>
                  <a:srgbClr val="374552"/>
                </a:solidFill>
                <a:latin typeface="Trebuchet MS"/>
                <a:cs typeface="Trebuchet MS"/>
              </a:rPr>
              <a:t> the</a:t>
            </a:r>
            <a:r>
              <a:rPr dirty="0" sz="900" spc="-15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900" spc="-10">
                <a:solidFill>
                  <a:srgbClr val="374552"/>
                </a:solidFill>
                <a:latin typeface="Trebuchet MS"/>
                <a:cs typeface="Trebuchet MS"/>
              </a:rPr>
              <a:t>operational </a:t>
            </a:r>
            <a:r>
              <a:rPr dirty="0" sz="900">
                <a:solidFill>
                  <a:srgbClr val="374552"/>
                </a:solidFill>
                <a:latin typeface="Trebuchet MS"/>
                <a:cs typeface="Trebuchet MS"/>
              </a:rPr>
              <a:t>cluster</a:t>
            </a:r>
            <a:r>
              <a:rPr dirty="0" sz="900" spc="15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900" spc="-40">
                <a:solidFill>
                  <a:srgbClr val="374552"/>
                </a:solidFill>
                <a:latin typeface="Trebuchet MS"/>
                <a:cs typeface="Trebuchet MS"/>
              </a:rPr>
              <a:t>if</a:t>
            </a:r>
            <a:r>
              <a:rPr dirty="0" sz="900" spc="15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900">
                <a:solidFill>
                  <a:srgbClr val="374552"/>
                </a:solidFill>
                <a:latin typeface="Trebuchet MS"/>
                <a:cs typeface="Trebuchet MS"/>
              </a:rPr>
              <a:t>one</a:t>
            </a:r>
            <a:r>
              <a:rPr dirty="0" sz="900" spc="15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900">
                <a:solidFill>
                  <a:srgbClr val="374552"/>
                </a:solidFill>
                <a:latin typeface="Trebuchet MS"/>
                <a:cs typeface="Trebuchet MS"/>
              </a:rPr>
              <a:t>becomes</a:t>
            </a:r>
            <a:r>
              <a:rPr dirty="0" sz="900" spc="20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900" spc="-20">
                <a:solidFill>
                  <a:srgbClr val="374552"/>
                </a:solidFill>
                <a:latin typeface="Trebuchet MS"/>
                <a:cs typeface="Trebuchet MS"/>
              </a:rPr>
              <a:t>unavailable.</a:t>
            </a:r>
            <a:r>
              <a:rPr dirty="0" sz="900" spc="20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900" spc="-20">
                <a:solidFill>
                  <a:srgbClr val="374552"/>
                </a:solidFill>
                <a:latin typeface="Trebuchet MS"/>
                <a:cs typeface="Trebuchet MS"/>
              </a:rPr>
              <a:t>Bidirectional</a:t>
            </a:r>
            <a:r>
              <a:rPr dirty="0" sz="900" spc="20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900">
                <a:solidFill>
                  <a:srgbClr val="374552"/>
                </a:solidFill>
                <a:latin typeface="Trebuchet MS"/>
                <a:cs typeface="Trebuchet MS"/>
              </a:rPr>
              <a:t>CCR</a:t>
            </a:r>
            <a:r>
              <a:rPr dirty="0" sz="900" spc="15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900" spc="-10">
                <a:solidFill>
                  <a:srgbClr val="374552"/>
                </a:solidFill>
                <a:latin typeface="Trebuchet MS"/>
                <a:cs typeface="Trebuchet MS"/>
              </a:rPr>
              <a:t>then</a:t>
            </a:r>
            <a:r>
              <a:rPr dirty="0" sz="900" spc="20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900">
                <a:solidFill>
                  <a:srgbClr val="374552"/>
                </a:solidFill>
                <a:latin typeface="Trebuchet MS"/>
                <a:cs typeface="Trebuchet MS"/>
              </a:rPr>
              <a:t>resynchronizes</a:t>
            </a:r>
            <a:r>
              <a:rPr dirty="0" sz="900" spc="20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900" spc="-10">
                <a:solidFill>
                  <a:srgbClr val="374552"/>
                </a:solidFill>
                <a:latin typeface="Trebuchet MS"/>
                <a:cs typeface="Trebuchet MS"/>
              </a:rPr>
              <a:t>data</a:t>
            </a:r>
            <a:r>
              <a:rPr dirty="0" sz="900" spc="10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900">
                <a:solidFill>
                  <a:srgbClr val="374552"/>
                </a:solidFill>
                <a:latin typeface="Trebuchet MS"/>
                <a:cs typeface="Trebuchet MS"/>
              </a:rPr>
              <a:t>once</a:t>
            </a:r>
            <a:r>
              <a:rPr dirty="0" sz="900" spc="20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900" spc="-20">
                <a:solidFill>
                  <a:srgbClr val="374552"/>
                </a:solidFill>
                <a:latin typeface="Trebuchet MS"/>
                <a:cs typeface="Trebuchet MS"/>
              </a:rPr>
              <a:t>the</a:t>
            </a:r>
            <a:r>
              <a:rPr dirty="0" sz="900" spc="15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900" spc="-10">
                <a:solidFill>
                  <a:srgbClr val="374552"/>
                </a:solidFill>
                <a:latin typeface="Trebuchet MS"/>
                <a:cs typeface="Trebuchet MS"/>
              </a:rPr>
              <a:t>impacted</a:t>
            </a:r>
            <a:r>
              <a:rPr dirty="0" sz="900" spc="15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900">
                <a:solidFill>
                  <a:srgbClr val="374552"/>
                </a:solidFill>
                <a:latin typeface="Trebuchet MS"/>
                <a:cs typeface="Trebuchet MS"/>
              </a:rPr>
              <a:t>DC</a:t>
            </a:r>
            <a:r>
              <a:rPr dirty="0" sz="900" spc="10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900" spc="-10">
                <a:solidFill>
                  <a:srgbClr val="374552"/>
                </a:solidFill>
                <a:latin typeface="Trebuchet MS"/>
                <a:cs typeface="Trebuchet MS"/>
              </a:rPr>
              <a:t>recovers.</a:t>
            </a:r>
            <a:endParaRPr sz="900">
              <a:latin typeface="Trebuchet MS"/>
              <a:cs typeface="Trebuchet MS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607466" y="756306"/>
            <a:ext cx="9391015" cy="675005"/>
          </a:xfrm>
          <a:prstGeom prst="rect"/>
        </p:spPr>
        <p:txBody>
          <a:bodyPr wrap="square" lIns="0" tIns="31114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244"/>
              </a:spcBef>
            </a:pPr>
            <a:r>
              <a:rPr dirty="0" sz="1300" spc="-80"/>
              <a:t>General</a:t>
            </a:r>
            <a:r>
              <a:rPr dirty="0" sz="1300" spc="-10"/>
              <a:t> </a:t>
            </a:r>
            <a:r>
              <a:rPr dirty="0" sz="1300" spc="-85"/>
              <a:t>Design</a:t>
            </a:r>
            <a:r>
              <a:rPr dirty="0" sz="1300" spc="-10"/>
              <a:t> Considerations</a:t>
            </a:r>
            <a:endParaRPr sz="1300"/>
          </a:p>
          <a:p>
            <a:pPr marL="12700">
              <a:lnSpc>
                <a:spcPct val="100000"/>
              </a:lnSpc>
              <a:spcBef>
                <a:spcPts val="290"/>
              </a:spcBef>
            </a:pPr>
            <a:r>
              <a:rPr dirty="0" sz="2600" spc="-130"/>
              <a:t>Architectural</a:t>
            </a:r>
            <a:r>
              <a:rPr dirty="0" sz="2600" spc="-80"/>
              <a:t> </a:t>
            </a:r>
            <a:r>
              <a:rPr dirty="0" sz="2600" spc="-120"/>
              <a:t>Principles</a:t>
            </a:r>
            <a:r>
              <a:rPr dirty="0" sz="2600" spc="-75"/>
              <a:t> </a:t>
            </a:r>
            <a:r>
              <a:rPr dirty="0" sz="2600" spc="-114"/>
              <a:t>for</a:t>
            </a:r>
            <a:r>
              <a:rPr dirty="0" sz="2600" spc="-75"/>
              <a:t> </a:t>
            </a:r>
            <a:r>
              <a:rPr dirty="0" sz="2600" spc="-130"/>
              <a:t>a</a:t>
            </a:r>
            <a:r>
              <a:rPr dirty="0" sz="2600" spc="-75"/>
              <a:t> </a:t>
            </a:r>
            <a:r>
              <a:rPr dirty="0" sz="2600" spc="-155"/>
              <a:t>Robust</a:t>
            </a:r>
            <a:r>
              <a:rPr dirty="0" sz="2600" spc="-75"/>
              <a:t> </a:t>
            </a:r>
            <a:r>
              <a:rPr dirty="0" sz="2600" spc="-130"/>
              <a:t>Elasticsearch</a:t>
            </a:r>
            <a:r>
              <a:rPr dirty="0" sz="2600" spc="-75"/>
              <a:t> </a:t>
            </a:r>
            <a:r>
              <a:rPr dirty="0" sz="2600" spc="-114"/>
              <a:t>Deployment</a:t>
            </a:r>
            <a:endParaRPr sz="2600"/>
          </a:p>
        </p:txBody>
      </p:sp>
      <p:sp>
        <p:nvSpPr>
          <p:cNvPr id="3" name="object 3"/>
          <p:cNvSpPr txBox="1"/>
          <p:nvPr/>
        </p:nvSpPr>
        <p:spPr>
          <a:xfrm>
            <a:off x="607466" y="1585269"/>
            <a:ext cx="10137775" cy="387350"/>
          </a:xfrm>
          <a:prstGeom prst="rect">
            <a:avLst/>
          </a:prstGeom>
        </p:spPr>
        <p:txBody>
          <a:bodyPr wrap="square" lIns="0" tIns="11430" rIns="0" bIns="0" rtlCol="0" vert="horz">
            <a:spAutoFit/>
          </a:bodyPr>
          <a:lstStyle/>
          <a:p>
            <a:pPr marL="12700" marR="5080">
              <a:lnSpc>
                <a:spcPct val="118800"/>
              </a:lnSpc>
              <a:spcBef>
                <a:spcPts val="90"/>
              </a:spcBef>
            </a:pPr>
            <a:r>
              <a:rPr dirty="0" sz="1000">
                <a:solidFill>
                  <a:srgbClr val="374552"/>
                </a:solidFill>
                <a:latin typeface="Trebuchet MS"/>
                <a:cs typeface="Trebuchet MS"/>
              </a:rPr>
              <a:t>To</a:t>
            </a:r>
            <a:r>
              <a:rPr dirty="0" sz="1000" spc="50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1000">
                <a:solidFill>
                  <a:srgbClr val="374552"/>
                </a:solidFill>
                <a:latin typeface="Trebuchet MS"/>
                <a:cs typeface="Trebuchet MS"/>
              </a:rPr>
              <a:t>ensure</a:t>
            </a:r>
            <a:r>
              <a:rPr dirty="0" sz="1000" spc="55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1000" spc="-20">
                <a:solidFill>
                  <a:srgbClr val="374552"/>
                </a:solidFill>
                <a:latin typeface="Trebuchet MS"/>
                <a:cs typeface="Trebuchet MS"/>
              </a:rPr>
              <a:t>the</a:t>
            </a:r>
            <a:r>
              <a:rPr dirty="0" sz="1000" spc="50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1000">
                <a:solidFill>
                  <a:srgbClr val="374552"/>
                </a:solidFill>
                <a:latin typeface="Trebuchet MS"/>
                <a:cs typeface="Trebuchet MS"/>
              </a:rPr>
              <a:t>new</a:t>
            </a:r>
            <a:r>
              <a:rPr dirty="0" sz="1000" spc="55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1000">
                <a:solidFill>
                  <a:srgbClr val="374552"/>
                </a:solidFill>
                <a:latin typeface="Trebuchet MS"/>
                <a:cs typeface="Trebuchet MS"/>
              </a:rPr>
              <a:t>Elasticsearch</a:t>
            </a:r>
            <a:r>
              <a:rPr dirty="0" sz="1000" spc="50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1000">
                <a:solidFill>
                  <a:srgbClr val="374552"/>
                </a:solidFill>
                <a:latin typeface="Trebuchet MS"/>
                <a:cs typeface="Trebuchet MS"/>
              </a:rPr>
              <a:t>deployment</a:t>
            </a:r>
            <a:r>
              <a:rPr dirty="0" sz="1000" spc="55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1000">
                <a:solidFill>
                  <a:srgbClr val="374552"/>
                </a:solidFill>
                <a:latin typeface="Trebuchet MS"/>
                <a:cs typeface="Trebuchet MS"/>
              </a:rPr>
              <a:t>is</a:t>
            </a:r>
            <a:r>
              <a:rPr dirty="0" sz="1000" spc="55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1000">
                <a:solidFill>
                  <a:srgbClr val="374552"/>
                </a:solidFill>
                <a:latin typeface="Trebuchet MS"/>
                <a:cs typeface="Trebuchet MS"/>
              </a:rPr>
              <a:t>both</a:t>
            </a:r>
            <a:r>
              <a:rPr dirty="0" sz="1000" spc="50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1000">
                <a:solidFill>
                  <a:srgbClr val="374552"/>
                </a:solidFill>
                <a:latin typeface="Trebuchet MS"/>
                <a:cs typeface="Trebuchet MS"/>
              </a:rPr>
              <a:t>performant</a:t>
            </a:r>
            <a:r>
              <a:rPr dirty="0" sz="1000" spc="55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1000">
                <a:solidFill>
                  <a:srgbClr val="374552"/>
                </a:solidFill>
                <a:latin typeface="Trebuchet MS"/>
                <a:cs typeface="Trebuchet MS"/>
              </a:rPr>
              <a:t>and</a:t>
            </a:r>
            <a:r>
              <a:rPr dirty="0" sz="1000" spc="50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1000" spc="-30">
                <a:solidFill>
                  <a:srgbClr val="374552"/>
                </a:solidFill>
                <a:latin typeface="Trebuchet MS"/>
                <a:cs typeface="Trebuchet MS"/>
              </a:rPr>
              <a:t>resilient,</a:t>
            </a:r>
            <a:r>
              <a:rPr dirty="0" sz="1000" spc="55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1000">
                <a:solidFill>
                  <a:srgbClr val="374552"/>
                </a:solidFill>
                <a:latin typeface="Trebuchet MS"/>
                <a:cs typeface="Trebuchet MS"/>
              </a:rPr>
              <a:t>several</a:t>
            </a:r>
            <a:r>
              <a:rPr dirty="0" sz="1000" spc="55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1000">
                <a:solidFill>
                  <a:srgbClr val="374552"/>
                </a:solidFill>
                <a:latin typeface="Trebuchet MS"/>
                <a:cs typeface="Trebuchet MS"/>
              </a:rPr>
              <a:t>key</a:t>
            </a:r>
            <a:r>
              <a:rPr dirty="0" sz="1000" spc="50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1000">
                <a:solidFill>
                  <a:srgbClr val="374552"/>
                </a:solidFill>
                <a:latin typeface="Trebuchet MS"/>
                <a:cs typeface="Trebuchet MS"/>
              </a:rPr>
              <a:t>design</a:t>
            </a:r>
            <a:r>
              <a:rPr dirty="0" sz="1000" spc="55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1000">
                <a:solidFill>
                  <a:srgbClr val="374552"/>
                </a:solidFill>
                <a:latin typeface="Trebuchet MS"/>
                <a:cs typeface="Trebuchet MS"/>
              </a:rPr>
              <a:t>considerations</a:t>
            </a:r>
            <a:r>
              <a:rPr dirty="0" sz="1000" spc="50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1000">
                <a:solidFill>
                  <a:srgbClr val="374552"/>
                </a:solidFill>
                <a:latin typeface="Trebuchet MS"/>
                <a:cs typeface="Trebuchet MS"/>
              </a:rPr>
              <a:t>must</a:t>
            </a:r>
            <a:r>
              <a:rPr dirty="0" sz="1000" spc="55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1000">
                <a:solidFill>
                  <a:srgbClr val="374552"/>
                </a:solidFill>
                <a:latin typeface="Trebuchet MS"/>
                <a:cs typeface="Trebuchet MS"/>
              </a:rPr>
              <a:t>be</a:t>
            </a:r>
            <a:r>
              <a:rPr dirty="0" sz="1000" spc="55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1000">
                <a:solidFill>
                  <a:srgbClr val="374552"/>
                </a:solidFill>
                <a:latin typeface="Trebuchet MS"/>
                <a:cs typeface="Trebuchet MS"/>
              </a:rPr>
              <a:t>rigorously</a:t>
            </a:r>
            <a:r>
              <a:rPr dirty="0" sz="1000" spc="50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1000" spc="-20">
                <a:solidFill>
                  <a:srgbClr val="374552"/>
                </a:solidFill>
                <a:latin typeface="Trebuchet MS"/>
                <a:cs typeface="Trebuchet MS"/>
              </a:rPr>
              <a:t>applied.</a:t>
            </a:r>
            <a:r>
              <a:rPr dirty="0" sz="1000" spc="25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1000">
                <a:solidFill>
                  <a:srgbClr val="374552"/>
                </a:solidFill>
                <a:latin typeface="Trebuchet MS"/>
                <a:cs typeface="Trebuchet MS"/>
              </a:rPr>
              <a:t>These</a:t>
            </a:r>
            <a:r>
              <a:rPr dirty="0" sz="1000" spc="55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1000">
                <a:solidFill>
                  <a:srgbClr val="374552"/>
                </a:solidFill>
                <a:latin typeface="Trebuchet MS"/>
                <a:cs typeface="Trebuchet MS"/>
              </a:rPr>
              <a:t>principles</a:t>
            </a:r>
            <a:r>
              <a:rPr dirty="0" sz="1000" spc="50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1000">
                <a:solidFill>
                  <a:srgbClr val="374552"/>
                </a:solidFill>
                <a:latin typeface="Trebuchet MS"/>
                <a:cs typeface="Trebuchet MS"/>
              </a:rPr>
              <a:t>address</a:t>
            </a:r>
            <a:r>
              <a:rPr dirty="0" sz="1000" spc="55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1000" spc="-10">
                <a:solidFill>
                  <a:srgbClr val="374552"/>
                </a:solidFill>
                <a:latin typeface="Trebuchet MS"/>
                <a:cs typeface="Trebuchet MS"/>
              </a:rPr>
              <a:t>network </a:t>
            </a:r>
            <a:r>
              <a:rPr dirty="0" sz="1000" spc="-40">
                <a:solidFill>
                  <a:srgbClr val="374552"/>
                </a:solidFill>
                <a:latin typeface="Trebuchet MS"/>
                <a:cs typeface="Trebuchet MS"/>
              </a:rPr>
              <a:t>latency,</a:t>
            </a:r>
            <a:r>
              <a:rPr dirty="0" sz="1000" spc="15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1000">
                <a:solidFill>
                  <a:srgbClr val="374552"/>
                </a:solidFill>
                <a:latin typeface="Trebuchet MS"/>
                <a:cs typeface="Trebuchet MS"/>
              </a:rPr>
              <a:t>cluster</a:t>
            </a:r>
            <a:r>
              <a:rPr dirty="0" sz="1000" spc="15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1000">
                <a:solidFill>
                  <a:srgbClr val="374552"/>
                </a:solidFill>
                <a:latin typeface="Trebuchet MS"/>
                <a:cs typeface="Trebuchet MS"/>
              </a:rPr>
              <a:t>design,</a:t>
            </a:r>
            <a:r>
              <a:rPr dirty="0" sz="1000" spc="20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1000">
                <a:solidFill>
                  <a:srgbClr val="374552"/>
                </a:solidFill>
                <a:latin typeface="Trebuchet MS"/>
                <a:cs typeface="Trebuchet MS"/>
              </a:rPr>
              <a:t>and</a:t>
            </a:r>
            <a:r>
              <a:rPr dirty="0" sz="1000" spc="15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1000">
                <a:solidFill>
                  <a:srgbClr val="374552"/>
                </a:solidFill>
                <a:latin typeface="Trebuchet MS"/>
                <a:cs typeface="Trebuchet MS"/>
              </a:rPr>
              <a:t>disaster</a:t>
            </a:r>
            <a:r>
              <a:rPr dirty="0" sz="1000" spc="15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1000">
                <a:solidFill>
                  <a:srgbClr val="374552"/>
                </a:solidFill>
                <a:latin typeface="Trebuchet MS"/>
                <a:cs typeface="Trebuchet MS"/>
              </a:rPr>
              <a:t>recovery</a:t>
            </a:r>
            <a:r>
              <a:rPr dirty="0" sz="1000" spc="20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1000" spc="-10">
                <a:solidFill>
                  <a:srgbClr val="374552"/>
                </a:solidFill>
                <a:latin typeface="Trebuchet MS"/>
                <a:cs typeface="Trebuchet MS"/>
              </a:rPr>
              <a:t>preparedness.</a:t>
            </a:r>
            <a:endParaRPr sz="1000">
              <a:latin typeface="Trebuchet MS"/>
              <a:cs typeface="Trebuchet MS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19125" y="2114549"/>
            <a:ext cx="457200" cy="457200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1203970" y="2099094"/>
            <a:ext cx="1798955" cy="1759585"/>
          </a:xfrm>
          <a:prstGeom prst="rect">
            <a:avLst/>
          </a:prstGeom>
        </p:spPr>
        <p:txBody>
          <a:bodyPr wrap="square" lIns="0" tIns="10160" rIns="0" bIns="0" rtlCol="0" vert="horz">
            <a:spAutoFit/>
          </a:bodyPr>
          <a:lstStyle/>
          <a:p>
            <a:pPr marL="12700" marR="553720">
              <a:lnSpc>
                <a:spcPct val="101000"/>
              </a:lnSpc>
              <a:spcBef>
                <a:spcPts val="80"/>
              </a:spcBef>
            </a:pPr>
            <a:r>
              <a:rPr dirty="0" sz="1300" spc="-65">
                <a:solidFill>
                  <a:srgbClr val="374552"/>
                </a:solidFill>
                <a:latin typeface="Verdana"/>
                <a:cs typeface="Verdana"/>
              </a:rPr>
              <a:t>Regional</a:t>
            </a:r>
            <a:r>
              <a:rPr dirty="0" sz="1300" spc="-55">
                <a:solidFill>
                  <a:srgbClr val="374552"/>
                </a:solidFill>
                <a:latin typeface="Verdana"/>
                <a:cs typeface="Verdana"/>
              </a:rPr>
              <a:t> </a:t>
            </a:r>
            <a:r>
              <a:rPr dirty="0" sz="1300" spc="-80">
                <a:solidFill>
                  <a:srgbClr val="374552"/>
                </a:solidFill>
                <a:latin typeface="Verdana"/>
                <a:cs typeface="Verdana"/>
              </a:rPr>
              <a:t>Cluster </a:t>
            </a:r>
            <a:r>
              <a:rPr dirty="0" sz="1300" spc="-10">
                <a:solidFill>
                  <a:srgbClr val="374552"/>
                </a:solidFill>
                <a:latin typeface="Verdana"/>
                <a:cs typeface="Verdana"/>
              </a:rPr>
              <a:t>Separation</a:t>
            </a:r>
            <a:endParaRPr sz="1300">
              <a:latin typeface="Verdana"/>
              <a:cs typeface="Verdana"/>
            </a:endParaRPr>
          </a:p>
          <a:p>
            <a:pPr marL="12700" marR="5080">
              <a:lnSpc>
                <a:spcPct val="119800"/>
              </a:lnSpc>
              <a:spcBef>
                <a:spcPts val="450"/>
              </a:spcBef>
            </a:pPr>
            <a:r>
              <a:rPr dirty="0" sz="1000">
                <a:solidFill>
                  <a:srgbClr val="374552"/>
                </a:solidFill>
                <a:latin typeface="Trebuchet MS"/>
                <a:cs typeface="Trebuchet MS"/>
              </a:rPr>
              <a:t>Stretching</a:t>
            </a:r>
            <a:r>
              <a:rPr dirty="0" sz="1000" spc="5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1000">
                <a:solidFill>
                  <a:srgbClr val="374552"/>
                </a:solidFill>
                <a:latin typeface="Trebuchet MS"/>
                <a:cs typeface="Trebuchet MS"/>
              </a:rPr>
              <a:t>a</a:t>
            </a:r>
            <a:r>
              <a:rPr dirty="0" sz="1000" spc="10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1000">
                <a:solidFill>
                  <a:srgbClr val="374552"/>
                </a:solidFill>
                <a:latin typeface="Trebuchet MS"/>
                <a:cs typeface="Trebuchet MS"/>
              </a:rPr>
              <a:t>cluster</a:t>
            </a:r>
            <a:r>
              <a:rPr dirty="0" sz="1000" spc="10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1000" spc="45">
                <a:solidFill>
                  <a:srgbClr val="374552"/>
                </a:solidFill>
                <a:latin typeface="Trebuchet MS"/>
                <a:cs typeface="Trebuchet MS"/>
              </a:rPr>
              <a:t>across </a:t>
            </a:r>
            <a:r>
              <a:rPr dirty="0" sz="1000" spc="75">
                <a:solidFill>
                  <a:srgbClr val="374552"/>
                </a:solidFill>
                <a:latin typeface="Trebuchet MS"/>
                <a:cs typeface="Trebuchet MS"/>
              </a:rPr>
              <a:t>34ms</a:t>
            </a:r>
            <a:r>
              <a:rPr dirty="0" sz="1000" spc="-20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1000">
                <a:solidFill>
                  <a:srgbClr val="374552"/>
                </a:solidFill>
                <a:latin typeface="Trebuchet MS"/>
                <a:cs typeface="Trebuchet MS"/>
              </a:rPr>
              <a:t>network</a:t>
            </a:r>
            <a:r>
              <a:rPr dirty="0" sz="1000" spc="-20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1000" spc="-10">
                <a:solidFill>
                  <a:srgbClr val="374552"/>
                </a:solidFill>
                <a:latin typeface="Trebuchet MS"/>
                <a:cs typeface="Trebuchet MS"/>
              </a:rPr>
              <a:t>latency</a:t>
            </a:r>
            <a:r>
              <a:rPr dirty="0" sz="1000" spc="-20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1000">
                <a:solidFill>
                  <a:srgbClr val="374552"/>
                </a:solidFill>
                <a:latin typeface="Trebuchet MS"/>
                <a:cs typeface="Trebuchet MS"/>
              </a:rPr>
              <a:t>is</a:t>
            </a:r>
            <a:r>
              <a:rPr dirty="0" sz="1000" spc="-20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1000" spc="-25">
                <a:solidFill>
                  <a:srgbClr val="374552"/>
                </a:solidFill>
                <a:latin typeface="Trebuchet MS"/>
                <a:cs typeface="Trebuchet MS"/>
              </a:rPr>
              <a:t>not </a:t>
            </a:r>
            <a:r>
              <a:rPr dirty="0" sz="1000">
                <a:solidFill>
                  <a:srgbClr val="374552"/>
                </a:solidFill>
                <a:latin typeface="Trebuchet MS"/>
                <a:cs typeface="Trebuchet MS"/>
              </a:rPr>
              <a:t>supported.</a:t>
            </a:r>
            <a:r>
              <a:rPr dirty="0" sz="1000" spc="-15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1000" spc="-20">
                <a:solidFill>
                  <a:srgbClr val="374552"/>
                </a:solidFill>
                <a:latin typeface="Trebuchet MS"/>
                <a:cs typeface="Trebuchet MS"/>
              </a:rPr>
              <a:t>Therefore,</a:t>
            </a:r>
            <a:r>
              <a:rPr dirty="0" sz="1000" spc="15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1000" spc="-25">
                <a:solidFill>
                  <a:srgbClr val="374552"/>
                </a:solidFill>
                <a:latin typeface="Trebuchet MS"/>
                <a:cs typeface="Trebuchet MS"/>
              </a:rPr>
              <a:t>two </a:t>
            </a:r>
            <a:r>
              <a:rPr dirty="0" sz="1000" spc="-10">
                <a:solidFill>
                  <a:srgbClr val="374552"/>
                </a:solidFill>
                <a:latin typeface="Trebuchet MS"/>
                <a:cs typeface="Trebuchet MS"/>
              </a:rPr>
              <a:t>distinct</a:t>
            </a:r>
            <a:r>
              <a:rPr dirty="0" sz="1000" spc="30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1000">
                <a:solidFill>
                  <a:srgbClr val="374552"/>
                </a:solidFill>
                <a:latin typeface="Trebuchet MS"/>
                <a:cs typeface="Trebuchet MS"/>
              </a:rPr>
              <a:t>clusters</a:t>
            </a:r>
            <a:r>
              <a:rPr dirty="0" sz="1000" spc="30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1000">
                <a:solidFill>
                  <a:srgbClr val="374552"/>
                </a:solidFill>
                <a:latin typeface="Trebuchet MS"/>
                <a:cs typeface="Trebuchet MS"/>
              </a:rPr>
              <a:t>(one</a:t>
            </a:r>
            <a:r>
              <a:rPr dirty="0" sz="1000" spc="30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1000" spc="-25">
                <a:solidFill>
                  <a:srgbClr val="374552"/>
                </a:solidFill>
                <a:latin typeface="Trebuchet MS"/>
                <a:cs typeface="Trebuchet MS"/>
              </a:rPr>
              <a:t>per </a:t>
            </a:r>
            <a:r>
              <a:rPr dirty="0" sz="1000">
                <a:solidFill>
                  <a:srgbClr val="374552"/>
                </a:solidFill>
                <a:latin typeface="Trebuchet MS"/>
                <a:cs typeface="Trebuchet MS"/>
              </a:rPr>
              <a:t>region)</a:t>
            </a:r>
            <a:r>
              <a:rPr dirty="0" sz="1000" spc="35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1000">
                <a:solidFill>
                  <a:srgbClr val="374552"/>
                </a:solidFill>
                <a:latin typeface="Trebuchet MS"/>
                <a:cs typeface="Trebuchet MS"/>
              </a:rPr>
              <a:t>are</a:t>
            </a:r>
            <a:r>
              <a:rPr dirty="0" sz="1000" spc="40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1000" spc="10">
                <a:solidFill>
                  <a:srgbClr val="374552"/>
                </a:solidFill>
                <a:latin typeface="Trebuchet MS"/>
                <a:cs typeface="Trebuchet MS"/>
              </a:rPr>
              <a:t>necessary</a:t>
            </a:r>
            <a:r>
              <a:rPr dirty="0" sz="1000" spc="40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1000" spc="-25">
                <a:solidFill>
                  <a:srgbClr val="374552"/>
                </a:solidFill>
                <a:latin typeface="Trebuchet MS"/>
                <a:cs typeface="Trebuchet MS"/>
              </a:rPr>
              <a:t>to </a:t>
            </a:r>
            <a:r>
              <a:rPr dirty="0" sz="1000">
                <a:solidFill>
                  <a:srgbClr val="374552"/>
                </a:solidFill>
                <a:latin typeface="Trebuchet MS"/>
                <a:cs typeface="Trebuchet MS"/>
              </a:rPr>
              <a:t>maintain</a:t>
            </a:r>
            <a:r>
              <a:rPr dirty="0" sz="1000" spc="-35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1000">
                <a:solidFill>
                  <a:srgbClr val="374552"/>
                </a:solidFill>
                <a:latin typeface="Trebuchet MS"/>
                <a:cs typeface="Trebuchet MS"/>
              </a:rPr>
              <a:t>optimal</a:t>
            </a:r>
            <a:r>
              <a:rPr dirty="0" sz="1000" spc="-35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1000" spc="-10">
                <a:solidFill>
                  <a:srgbClr val="374552"/>
                </a:solidFill>
                <a:latin typeface="Trebuchet MS"/>
                <a:cs typeface="Trebuchet MS"/>
              </a:rPr>
              <a:t>performance </a:t>
            </a:r>
            <a:r>
              <a:rPr dirty="0" sz="1000">
                <a:solidFill>
                  <a:srgbClr val="374552"/>
                </a:solidFill>
                <a:latin typeface="Trebuchet MS"/>
                <a:cs typeface="Trebuchet MS"/>
              </a:rPr>
              <a:t>and</a:t>
            </a:r>
            <a:r>
              <a:rPr dirty="0" sz="1000" spc="35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1000" spc="-10">
                <a:solidFill>
                  <a:srgbClr val="374552"/>
                </a:solidFill>
                <a:latin typeface="Trebuchet MS"/>
                <a:cs typeface="Trebuchet MS"/>
              </a:rPr>
              <a:t>stability.</a:t>
            </a:r>
            <a:endParaRPr sz="1000">
              <a:latin typeface="Trebuchet MS"/>
              <a:cs typeface="Trebuchet MS"/>
            </a:endParaRPr>
          </a:p>
        </p:txBody>
      </p:sp>
      <p:pic>
        <p:nvPicPr>
          <p:cNvPr id="6" name="object 6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3200400" y="2114549"/>
            <a:ext cx="457200" cy="457200"/>
          </a:xfrm>
          <a:prstGeom prst="rect">
            <a:avLst/>
          </a:prstGeom>
        </p:spPr>
      </p:pic>
      <p:sp>
        <p:nvSpPr>
          <p:cNvPr id="7" name="object 7"/>
          <p:cNvSpPr txBox="1"/>
          <p:nvPr/>
        </p:nvSpPr>
        <p:spPr>
          <a:xfrm>
            <a:off x="3786441" y="2099094"/>
            <a:ext cx="1835785" cy="1759585"/>
          </a:xfrm>
          <a:prstGeom prst="rect">
            <a:avLst/>
          </a:prstGeom>
        </p:spPr>
        <p:txBody>
          <a:bodyPr wrap="square" lIns="0" tIns="10160" rIns="0" bIns="0" rtlCol="0" vert="horz">
            <a:spAutoFit/>
          </a:bodyPr>
          <a:lstStyle/>
          <a:p>
            <a:pPr marL="12700" marR="501015">
              <a:lnSpc>
                <a:spcPct val="101000"/>
              </a:lnSpc>
              <a:spcBef>
                <a:spcPts val="80"/>
              </a:spcBef>
            </a:pPr>
            <a:r>
              <a:rPr dirty="0" sz="1300" spc="-75">
                <a:solidFill>
                  <a:srgbClr val="374552"/>
                </a:solidFill>
                <a:latin typeface="Verdana"/>
                <a:cs typeface="Verdana"/>
              </a:rPr>
              <a:t>Minimized</a:t>
            </a:r>
            <a:r>
              <a:rPr dirty="0" sz="1300" spc="-40">
                <a:solidFill>
                  <a:srgbClr val="374552"/>
                </a:solidFill>
                <a:latin typeface="Verdana"/>
                <a:cs typeface="Verdana"/>
              </a:rPr>
              <a:t> </a:t>
            </a:r>
            <a:r>
              <a:rPr dirty="0" sz="1300" spc="-80">
                <a:solidFill>
                  <a:srgbClr val="374552"/>
                </a:solidFill>
                <a:latin typeface="Verdana"/>
                <a:cs typeface="Verdana"/>
              </a:rPr>
              <a:t>Design </a:t>
            </a:r>
            <a:r>
              <a:rPr dirty="0" sz="1300" spc="-10">
                <a:solidFill>
                  <a:srgbClr val="374552"/>
                </a:solidFill>
                <a:latin typeface="Verdana"/>
                <a:cs typeface="Verdana"/>
              </a:rPr>
              <a:t>Changes</a:t>
            </a:r>
            <a:endParaRPr sz="1300">
              <a:latin typeface="Verdana"/>
              <a:cs typeface="Verdana"/>
            </a:endParaRPr>
          </a:p>
          <a:p>
            <a:pPr marL="12700" marR="5080">
              <a:lnSpc>
                <a:spcPct val="119800"/>
              </a:lnSpc>
              <a:spcBef>
                <a:spcPts val="450"/>
              </a:spcBef>
            </a:pPr>
            <a:r>
              <a:rPr dirty="0" sz="1000">
                <a:solidFill>
                  <a:srgbClr val="374552"/>
                </a:solidFill>
                <a:latin typeface="Trebuchet MS"/>
                <a:cs typeface="Trebuchet MS"/>
              </a:rPr>
              <a:t>While</a:t>
            </a:r>
            <a:r>
              <a:rPr dirty="0" sz="1000" spc="-40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1000">
                <a:solidFill>
                  <a:srgbClr val="374552"/>
                </a:solidFill>
                <a:latin typeface="Trebuchet MS"/>
                <a:cs typeface="Trebuchet MS"/>
              </a:rPr>
              <a:t>striving</a:t>
            </a:r>
            <a:r>
              <a:rPr dirty="0" sz="1000" spc="-40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1000">
                <a:solidFill>
                  <a:srgbClr val="374552"/>
                </a:solidFill>
                <a:latin typeface="Trebuchet MS"/>
                <a:cs typeface="Trebuchet MS"/>
              </a:rPr>
              <a:t>to</a:t>
            </a:r>
            <a:r>
              <a:rPr dirty="0" sz="1000" spc="-35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1000" spc="-10">
                <a:solidFill>
                  <a:srgbClr val="374552"/>
                </a:solidFill>
                <a:latin typeface="Trebuchet MS"/>
                <a:cs typeface="Trebuchet MS"/>
              </a:rPr>
              <a:t>minimize </a:t>
            </a:r>
            <a:r>
              <a:rPr dirty="0" sz="1000">
                <a:solidFill>
                  <a:srgbClr val="374552"/>
                </a:solidFill>
                <a:latin typeface="Trebuchet MS"/>
                <a:cs typeface="Trebuchet MS"/>
              </a:rPr>
              <a:t>changes</a:t>
            </a:r>
            <a:r>
              <a:rPr dirty="0" sz="1000" spc="20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1000">
                <a:solidFill>
                  <a:srgbClr val="374552"/>
                </a:solidFill>
                <a:latin typeface="Trebuchet MS"/>
                <a:cs typeface="Trebuchet MS"/>
              </a:rPr>
              <a:t>to</a:t>
            </a:r>
            <a:r>
              <a:rPr dirty="0" sz="1000" spc="25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1000" spc="-20">
                <a:solidFill>
                  <a:srgbClr val="374552"/>
                </a:solidFill>
                <a:latin typeface="Trebuchet MS"/>
                <a:cs typeface="Trebuchet MS"/>
              </a:rPr>
              <a:t>the</a:t>
            </a:r>
            <a:r>
              <a:rPr dirty="0" sz="1000" spc="20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1000" spc="-10">
                <a:solidFill>
                  <a:srgbClr val="374552"/>
                </a:solidFill>
                <a:latin typeface="Trebuchet MS"/>
                <a:cs typeface="Trebuchet MS"/>
              </a:rPr>
              <a:t>current</a:t>
            </a:r>
            <a:r>
              <a:rPr dirty="0" sz="1000" spc="25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1000" spc="-10">
                <a:solidFill>
                  <a:srgbClr val="374552"/>
                </a:solidFill>
                <a:latin typeface="Trebuchet MS"/>
                <a:cs typeface="Trebuchet MS"/>
              </a:rPr>
              <a:t>cluster </a:t>
            </a:r>
            <a:r>
              <a:rPr dirty="0" sz="1000" spc="10">
                <a:solidFill>
                  <a:srgbClr val="374552"/>
                </a:solidFill>
                <a:latin typeface="Trebuchet MS"/>
                <a:cs typeface="Trebuchet MS"/>
              </a:rPr>
              <a:t>design,</a:t>
            </a:r>
            <a:r>
              <a:rPr dirty="0" sz="1000" spc="50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1000" spc="10">
                <a:solidFill>
                  <a:srgbClr val="374552"/>
                </a:solidFill>
                <a:latin typeface="Trebuchet MS"/>
                <a:cs typeface="Trebuchet MS"/>
              </a:rPr>
              <a:t>necessary</a:t>
            </a:r>
            <a:r>
              <a:rPr dirty="0" sz="1000" spc="55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1000" spc="-10">
                <a:solidFill>
                  <a:srgbClr val="374552"/>
                </a:solidFill>
                <a:latin typeface="Trebuchet MS"/>
                <a:cs typeface="Trebuchet MS"/>
              </a:rPr>
              <a:t>adjustments </a:t>
            </a:r>
            <a:r>
              <a:rPr dirty="0" sz="1000" spc="-20">
                <a:solidFill>
                  <a:srgbClr val="374552"/>
                </a:solidFill>
                <a:latin typeface="Trebuchet MS"/>
                <a:cs typeface="Trebuchet MS"/>
              </a:rPr>
              <a:t>related</a:t>
            </a:r>
            <a:r>
              <a:rPr dirty="0" sz="1000" spc="-5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1000">
                <a:solidFill>
                  <a:srgbClr val="374552"/>
                </a:solidFill>
                <a:latin typeface="Trebuchet MS"/>
                <a:cs typeface="Trebuchet MS"/>
              </a:rPr>
              <a:t>to node roles and</a:t>
            </a:r>
            <a:r>
              <a:rPr dirty="0" sz="1000" spc="-5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1000" spc="-10">
                <a:solidFill>
                  <a:srgbClr val="374552"/>
                </a:solidFill>
                <a:latin typeface="Trebuchet MS"/>
                <a:cs typeface="Trebuchet MS"/>
              </a:rPr>
              <a:t>Index </a:t>
            </a:r>
            <a:r>
              <a:rPr dirty="0" sz="1000">
                <a:solidFill>
                  <a:srgbClr val="374552"/>
                </a:solidFill>
                <a:latin typeface="Trebuchet MS"/>
                <a:cs typeface="Trebuchet MS"/>
              </a:rPr>
              <a:t>Lifecycle</a:t>
            </a:r>
            <a:r>
              <a:rPr dirty="0" sz="1000" spc="125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1000">
                <a:solidFill>
                  <a:srgbClr val="374552"/>
                </a:solidFill>
                <a:latin typeface="Trebuchet MS"/>
                <a:cs typeface="Trebuchet MS"/>
              </a:rPr>
              <a:t>Management</a:t>
            </a:r>
            <a:r>
              <a:rPr dirty="0" sz="1000" spc="125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1000" spc="-10">
                <a:solidFill>
                  <a:srgbClr val="374552"/>
                </a:solidFill>
                <a:latin typeface="Trebuchet MS"/>
                <a:cs typeface="Trebuchet MS"/>
              </a:rPr>
              <a:t>(ILM) </a:t>
            </a:r>
            <a:r>
              <a:rPr dirty="0" sz="1000" spc="-40">
                <a:solidFill>
                  <a:srgbClr val="374552"/>
                </a:solidFill>
                <a:latin typeface="Trebuchet MS"/>
                <a:cs typeface="Trebuchet MS"/>
              </a:rPr>
              <a:t>will</a:t>
            </a:r>
            <a:r>
              <a:rPr dirty="0" sz="1000" spc="-15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1000">
                <a:solidFill>
                  <a:srgbClr val="374552"/>
                </a:solidFill>
                <a:latin typeface="Trebuchet MS"/>
                <a:cs typeface="Trebuchet MS"/>
              </a:rPr>
              <a:t>be</a:t>
            </a:r>
            <a:r>
              <a:rPr dirty="0" sz="1000" spc="-10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1000">
                <a:solidFill>
                  <a:srgbClr val="374552"/>
                </a:solidFill>
                <a:latin typeface="Trebuchet MS"/>
                <a:cs typeface="Trebuchet MS"/>
              </a:rPr>
              <a:t>implemented</a:t>
            </a:r>
            <a:r>
              <a:rPr dirty="0" sz="1000" spc="-10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1000" spc="-25">
                <a:solidFill>
                  <a:srgbClr val="374552"/>
                </a:solidFill>
                <a:latin typeface="Trebuchet MS"/>
                <a:cs typeface="Trebuchet MS"/>
              </a:rPr>
              <a:t>to </a:t>
            </a:r>
            <a:r>
              <a:rPr dirty="0" sz="1000">
                <a:solidFill>
                  <a:srgbClr val="374552"/>
                </a:solidFill>
                <a:latin typeface="Trebuchet MS"/>
                <a:cs typeface="Trebuchet MS"/>
              </a:rPr>
              <a:t>optimize</a:t>
            </a:r>
            <a:r>
              <a:rPr dirty="0" sz="1000" spc="-35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1000" spc="-20">
                <a:solidFill>
                  <a:srgbClr val="374552"/>
                </a:solidFill>
                <a:latin typeface="Trebuchet MS"/>
                <a:cs typeface="Trebuchet MS"/>
              </a:rPr>
              <a:t>the</a:t>
            </a:r>
            <a:r>
              <a:rPr dirty="0" sz="1000" spc="-30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1000">
                <a:solidFill>
                  <a:srgbClr val="374552"/>
                </a:solidFill>
                <a:latin typeface="Trebuchet MS"/>
                <a:cs typeface="Trebuchet MS"/>
              </a:rPr>
              <a:t>new</a:t>
            </a:r>
            <a:r>
              <a:rPr dirty="0" sz="1000" spc="-30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1000" spc="-10">
                <a:solidFill>
                  <a:srgbClr val="374552"/>
                </a:solidFill>
                <a:latin typeface="Trebuchet MS"/>
                <a:cs typeface="Trebuchet MS"/>
              </a:rPr>
              <a:t>architecture.</a:t>
            </a:r>
            <a:endParaRPr sz="1000">
              <a:latin typeface="Trebuchet MS"/>
              <a:cs typeface="Trebuchet MS"/>
            </a:endParaRPr>
          </a:p>
        </p:txBody>
      </p:sp>
      <p:pic>
        <p:nvPicPr>
          <p:cNvPr id="8" name="object 8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5781675" y="2114549"/>
            <a:ext cx="457200" cy="457200"/>
          </a:xfrm>
          <a:prstGeom prst="rect">
            <a:avLst/>
          </a:prstGeom>
        </p:spPr>
      </p:pic>
      <p:sp>
        <p:nvSpPr>
          <p:cNvPr id="9" name="object 9"/>
          <p:cNvSpPr txBox="1"/>
          <p:nvPr/>
        </p:nvSpPr>
        <p:spPr>
          <a:xfrm>
            <a:off x="6368757" y="2099094"/>
            <a:ext cx="1782445" cy="1578610"/>
          </a:xfrm>
          <a:prstGeom prst="rect">
            <a:avLst/>
          </a:prstGeom>
        </p:spPr>
        <p:txBody>
          <a:bodyPr wrap="square" lIns="0" tIns="10160" rIns="0" bIns="0" rtlCol="0" vert="horz">
            <a:spAutoFit/>
          </a:bodyPr>
          <a:lstStyle/>
          <a:p>
            <a:pPr marL="12700" marR="440690">
              <a:lnSpc>
                <a:spcPct val="101000"/>
              </a:lnSpc>
              <a:spcBef>
                <a:spcPts val="80"/>
              </a:spcBef>
            </a:pPr>
            <a:r>
              <a:rPr dirty="0" sz="1300" spc="-70">
                <a:solidFill>
                  <a:srgbClr val="374552"/>
                </a:solidFill>
                <a:latin typeface="Verdana"/>
                <a:cs typeface="Verdana"/>
              </a:rPr>
              <a:t>Additional</a:t>
            </a:r>
            <a:r>
              <a:rPr dirty="0" sz="1300" spc="-25">
                <a:solidFill>
                  <a:srgbClr val="374552"/>
                </a:solidFill>
                <a:latin typeface="Verdana"/>
                <a:cs typeface="Verdana"/>
              </a:rPr>
              <a:t> </a:t>
            </a:r>
            <a:r>
              <a:rPr dirty="0" sz="1300" spc="-50">
                <a:solidFill>
                  <a:srgbClr val="374552"/>
                </a:solidFill>
                <a:latin typeface="Verdana"/>
                <a:cs typeface="Verdana"/>
              </a:rPr>
              <a:t>Master </a:t>
            </a:r>
            <a:r>
              <a:rPr dirty="0" sz="1300" spc="-10">
                <a:solidFill>
                  <a:srgbClr val="374552"/>
                </a:solidFill>
                <a:latin typeface="Verdana"/>
                <a:cs typeface="Verdana"/>
              </a:rPr>
              <a:t>Nodes</a:t>
            </a:r>
            <a:endParaRPr sz="1300">
              <a:latin typeface="Verdana"/>
              <a:cs typeface="Verdana"/>
            </a:endParaRPr>
          </a:p>
          <a:p>
            <a:pPr marL="12700" marR="5080">
              <a:lnSpc>
                <a:spcPct val="120000"/>
              </a:lnSpc>
              <a:spcBef>
                <a:spcPts val="450"/>
              </a:spcBef>
            </a:pPr>
            <a:r>
              <a:rPr dirty="0" sz="1000">
                <a:solidFill>
                  <a:srgbClr val="374552"/>
                </a:solidFill>
                <a:latin typeface="Trebuchet MS"/>
                <a:cs typeface="Trebuchet MS"/>
              </a:rPr>
              <a:t>Extra</a:t>
            </a:r>
            <a:r>
              <a:rPr dirty="0" sz="1000" spc="60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1000">
                <a:solidFill>
                  <a:srgbClr val="374552"/>
                </a:solidFill>
                <a:latin typeface="Trebuchet MS"/>
                <a:cs typeface="Trebuchet MS"/>
              </a:rPr>
              <a:t>master</a:t>
            </a:r>
            <a:r>
              <a:rPr dirty="0" sz="1000" spc="60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1000">
                <a:solidFill>
                  <a:srgbClr val="374552"/>
                </a:solidFill>
                <a:latin typeface="Trebuchet MS"/>
                <a:cs typeface="Trebuchet MS"/>
              </a:rPr>
              <a:t>nodes</a:t>
            </a:r>
            <a:r>
              <a:rPr dirty="0" sz="1000" spc="60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1000">
                <a:solidFill>
                  <a:srgbClr val="374552"/>
                </a:solidFill>
                <a:latin typeface="Trebuchet MS"/>
                <a:cs typeface="Trebuchet MS"/>
              </a:rPr>
              <a:t>and</a:t>
            </a:r>
            <a:r>
              <a:rPr dirty="0" sz="1000" spc="65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1000" spc="-50">
                <a:solidFill>
                  <a:srgbClr val="374552"/>
                </a:solidFill>
                <a:latin typeface="Trebuchet MS"/>
                <a:cs typeface="Trebuchet MS"/>
              </a:rPr>
              <a:t>a </a:t>
            </a:r>
            <a:r>
              <a:rPr dirty="0" sz="1000">
                <a:solidFill>
                  <a:srgbClr val="374552"/>
                </a:solidFill>
                <a:latin typeface="Trebuchet MS"/>
                <a:cs typeface="Trebuchet MS"/>
              </a:rPr>
              <a:t>master</a:t>
            </a:r>
            <a:r>
              <a:rPr dirty="0" sz="1000" spc="20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1000">
                <a:solidFill>
                  <a:srgbClr val="374552"/>
                </a:solidFill>
                <a:latin typeface="Trebuchet MS"/>
                <a:cs typeface="Trebuchet MS"/>
              </a:rPr>
              <a:t>"ready"</a:t>
            </a:r>
            <a:r>
              <a:rPr dirty="0" sz="1000" spc="25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1000">
                <a:solidFill>
                  <a:srgbClr val="374552"/>
                </a:solidFill>
                <a:latin typeface="Trebuchet MS"/>
                <a:cs typeface="Trebuchet MS"/>
              </a:rPr>
              <a:t>node</a:t>
            </a:r>
            <a:r>
              <a:rPr dirty="0" sz="1000" spc="20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1000" spc="-40">
                <a:solidFill>
                  <a:srgbClr val="374552"/>
                </a:solidFill>
                <a:latin typeface="Trebuchet MS"/>
                <a:cs typeface="Trebuchet MS"/>
              </a:rPr>
              <a:t>will</a:t>
            </a:r>
            <a:r>
              <a:rPr dirty="0" sz="1000" spc="25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1000" spc="-25">
                <a:solidFill>
                  <a:srgbClr val="374552"/>
                </a:solidFill>
                <a:latin typeface="Trebuchet MS"/>
                <a:cs typeface="Trebuchet MS"/>
              </a:rPr>
              <a:t>be </a:t>
            </a:r>
            <a:r>
              <a:rPr dirty="0" sz="1000">
                <a:solidFill>
                  <a:srgbClr val="374552"/>
                </a:solidFill>
                <a:latin typeface="Trebuchet MS"/>
                <a:cs typeface="Trebuchet MS"/>
              </a:rPr>
              <a:t>added</a:t>
            </a:r>
            <a:r>
              <a:rPr dirty="0" sz="1000" spc="-20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1000">
                <a:solidFill>
                  <a:srgbClr val="374552"/>
                </a:solidFill>
                <a:latin typeface="Trebuchet MS"/>
                <a:cs typeface="Trebuchet MS"/>
              </a:rPr>
              <a:t>to</a:t>
            </a:r>
            <a:r>
              <a:rPr dirty="0" sz="1000" spc="-20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1000">
                <a:solidFill>
                  <a:srgbClr val="374552"/>
                </a:solidFill>
                <a:latin typeface="Trebuchet MS"/>
                <a:cs typeface="Trebuchet MS"/>
              </a:rPr>
              <a:t>bolster</a:t>
            </a:r>
            <a:r>
              <a:rPr dirty="0" sz="1000" spc="-20">
                <a:solidFill>
                  <a:srgbClr val="374552"/>
                </a:solidFill>
                <a:latin typeface="Trebuchet MS"/>
                <a:cs typeface="Trebuchet MS"/>
              </a:rPr>
              <a:t> the </a:t>
            </a:r>
            <a:r>
              <a:rPr dirty="0" sz="1000" spc="-10">
                <a:solidFill>
                  <a:srgbClr val="374552"/>
                </a:solidFill>
                <a:latin typeface="Trebuchet MS"/>
                <a:cs typeface="Trebuchet MS"/>
              </a:rPr>
              <a:t>cluster's </a:t>
            </a:r>
            <a:r>
              <a:rPr dirty="0" sz="1000">
                <a:solidFill>
                  <a:srgbClr val="374552"/>
                </a:solidFill>
                <a:latin typeface="Trebuchet MS"/>
                <a:cs typeface="Trebuchet MS"/>
              </a:rPr>
              <a:t>resilience</a:t>
            </a:r>
            <a:r>
              <a:rPr dirty="0" sz="1000" spc="25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1000">
                <a:solidFill>
                  <a:srgbClr val="374552"/>
                </a:solidFill>
                <a:latin typeface="Trebuchet MS"/>
                <a:cs typeface="Trebuchet MS"/>
              </a:rPr>
              <a:t>and</a:t>
            </a:r>
            <a:r>
              <a:rPr dirty="0" sz="1000" spc="25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1000">
                <a:solidFill>
                  <a:srgbClr val="374552"/>
                </a:solidFill>
                <a:latin typeface="Trebuchet MS"/>
                <a:cs typeface="Trebuchet MS"/>
              </a:rPr>
              <a:t>support</a:t>
            </a:r>
            <a:r>
              <a:rPr dirty="0" sz="1000" spc="30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1000" spc="-10">
                <a:solidFill>
                  <a:srgbClr val="374552"/>
                </a:solidFill>
                <a:latin typeface="Trebuchet MS"/>
                <a:cs typeface="Trebuchet MS"/>
              </a:rPr>
              <a:t>various </a:t>
            </a:r>
            <a:r>
              <a:rPr dirty="0" sz="1000">
                <a:solidFill>
                  <a:srgbClr val="374552"/>
                </a:solidFill>
                <a:latin typeface="Trebuchet MS"/>
                <a:cs typeface="Trebuchet MS"/>
              </a:rPr>
              <a:t>Disaster</a:t>
            </a:r>
            <a:r>
              <a:rPr dirty="0" sz="1000" spc="100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1000">
                <a:solidFill>
                  <a:srgbClr val="374552"/>
                </a:solidFill>
                <a:latin typeface="Trebuchet MS"/>
                <a:cs typeface="Trebuchet MS"/>
              </a:rPr>
              <a:t>Recovery</a:t>
            </a:r>
            <a:r>
              <a:rPr dirty="0" sz="1000" spc="100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1000" spc="-20">
                <a:solidFill>
                  <a:srgbClr val="374552"/>
                </a:solidFill>
                <a:latin typeface="Trebuchet MS"/>
                <a:cs typeface="Trebuchet MS"/>
              </a:rPr>
              <a:t>(DR) </a:t>
            </a:r>
            <a:r>
              <a:rPr dirty="0" sz="1000" spc="10">
                <a:solidFill>
                  <a:srgbClr val="374552"/>
                </a:solidFill>
                <a:latin typeface="Trebuchet MS"/>
                <a:cs typeface="Trebuchet MS"/>
              </a:rPr>
              <a:t>scenarios</a:t>
            </a:r>
            <a:r>
              <a:rPr dirty="0" sz="1000" spc="155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1000" spc="-10">
                <a:solidFill>
                  <a:srgbClr val="374552"/>
                </a:solidFill>
                <a:latin typeface="Trebuchet MS"/>
                <a:cs typeface="Trebuchet MS"/>
              </a:rPr>
              <a:t>effectively.</a:t>
            </a:r>
            <a:endParaRPr sz="1000">
              <a:latin typeface="Trebuchet MS"/>
              <a:cs typeface="Trebuchet MS"/>
            </a:endParaRPr>
          </a:p>
        </p:txBody>
      </p:sp>
      <p:pic>
        <p:nvPicPr>
          <p:cNvPr id="10" name="object 10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8362950" y="2114549"/>
            <a:ext cx="457200" cy="457200"/>
          </a:xfrm>
          <a:prstGeom prst="rect">
            <a:avLst/>
          </a:prstGeom>
        </p:spPr>
      </p:pic>
      <p:sp>
        <p:nvSpPr>
          <p:cNvPr id="11" name="object 11"/>
          <p:cNvSpPr txBox="1"/>
          <p:nvPr/>
        </p:nvSpPr>
        <p:spPr>
          <a:xfrm>
            <a:off x="8951214" y="2099094"/>
            <a:ext cx="1866900" cy="1578610"/>
          </a:xfrm>
          <a:prstGeom prst="rect">
            <a:avLst/>
          </a:prstGeom>
        </p:spPr>
        <p:txBody>
          <a:bodyPr wrap="square" lIns="0" tIns="10160" rIns="0" bIns="0" rtlCol="0" vert="horz">
            <a:spAutoFit/>
          </a:bodyPr>
          <a:lstStyle/>
          <a:p>
            <a:pPr marL="12700" marR="621665">
              <a:lnSpc>
                <a:spcPct val="101000"/>
              </a:lnSpc>
              <a:spcBef>
                <a:spcPts val="80"/>
              </a:spcBef>
            </a:pPr>
            <a:r>
              <a:rPr dirty="0" sz="1300" spc="-90">
                <a:solidFill>
                  <a:srgbClr val="374552"/>
                </a:solidFill>
                <a:latin typeface="Verdana"/>
                <a:cs typeface="Verdana"/>
              </a:rPr>
              <a:t>Shard</a:t>
            </a:r>
            <a:r>
              <a:rPr dirty="0" sz="1300" spc="-15">
                <a:solidFill>
                  <a:srgbClr val="374552"/>
                </a:solidFill>
                <a:latin typeface="Verdana"/>
                <a:cs typeface="Verdana"/>
              </a:rPr>
              <a:t> </a:t>
            </a:r>
            <a:r>
              <a:rPr dirty="0" sz="1300" spc="-65">
                <a:solidFill>
                  <a:srgbClr val="374552"/>
                </a:solidFill>
                <a:latin typeface="Verdana"/>
                <a:cs typeface="Verdana"/>
              </a:rPr>
              <a:t>Allocation </a:t>
            </a:r>
            <a:r>
              <a:rPr dirty="0" sz="1300" spc="-10">
                <a:solidFill>
                  <a:srgbClr val="374552"/>
                </a:solidFill>
                <a:latin typeface="Verdana"/>
                <a:cs typeface="Verdana"/>
              </a:rPr>
              <a:t>Awareness</a:t>
            </a:r>
            <a:endParaRPr sz="1300">
              <a:latin typeface="Verdana"/>
              <a:cs typeface="Verdana"/>
            </a:endParaRPr>
          </a:p>
          <a:p>
            <a:pPr marL="12700" marR="5080">
              <a:lnSpc>
                <a:spcPct val="120000"/>
              </a:lnSpc>
              <a:spcBef>
                <a:spcPts val="450"/>
              </a:spcBef>
            </a:pPr>
            <a:r>
              <a:rPr dirty="0" sz="1000" spc="10">
                <a:solidFill>
                  <a:srgbClr val="374552"/>
                </a:solidFill>
                <a:latin typeface="Trebuchet MS"/>
                <a:cs typeface="Trebuchet MS"/>
              </a:rPr>
              <a:t>Shard</a:t>
            </a:r>
            <a:r>
              <a:rPr dirty="0" sz="1000" spc="60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1000">
                <a:solidFill>
                  <a:srgbClr val="374552"/>
                </a:solidFill>
                <a:latin typeface="Trebuchet MS"/>
                <a:cs typeface="Trebuchet MS"/>
              </a:rPr>
              <a:t>allocation</a:t>
            </a:r>
            <a:r>
              <a:rPr dirty="0" sz="1000" spc="65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1000" spc="10">
                <a:solidFill>
                  <a:srgbClr val="374552"/>
                </a:solidFill>
                <a:latin typeface="Trebuchet MS"/>
                <a:cs typeface="Trebuchet MS"/>
              </a:rPr>
              <a:t>awareness</a:t>
            </a:r>
            <a:r>
              <a:rPr dirty="0" sz="1000" spc="65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1000" spc="-20">
                <a:solidFill>
                  <a:srgbClr val="374552"/>
                </a:solidFill>
                <a:latin typeface="Trebuchet MS"/>
                <a:cs typeface="Trebuchet MS"/>
              </a:rPr>
              <a:t>will </a:t>
            </a:r>
            <a:r>
              <a:rPr dirty="0" sz="1000">
                <a:solidFill>
                  <a:srgbClr val="374552"/>
                </a:solidFill>
                <a:latin typeface="Trebuchet MS"/>
                <a:cs typeface="Trebuchet MS"/>
              </a:rPr>
              <a:t>be</a:t>
            </a:r>
            <a:r>
              <a:rPr dirty="0" sz="1000" spc="35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1000">
                <a:solidFill>
                  <a:srgbClr val="374552"/>
                </a:solidFill>
                <a:latin typeface="Trebuchet MS"/>
                <a:cs typeface="Trebuchet MS"/>
              </a:rPr>
              <a:t>meticulously</a:t>
            </a:r>
            <a:r>
              <a:rPr dirty="0" sz="1000" spc="40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1000">
                <a:solidFill>
                  <a:srgbClr val="374552"/>
                </a:solidFill>
                <a:latin typeface="Trebuchet MS"/>
                <a:cs typeface="Trebuchet MS"/>
              </a:rPr>
              <a:t>configured</a:t>
            </a:r>
            <a:r>
              <a:rPr dirty="0" sz="1000" spc="40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1000" spc="-35">
                <a:solidFill>
                  <a:srgbClr val="374552"/>
                </a:solidFill>
                <a:latin typeface="Trebuchet MS"/>
                <a:cs typeface="Trebuchet MS"/>
              </a:rPr>
              <a:t>to </a:t>
            </a:r>
            <a:r>
              <a:rPr dirty="0" sz="1000">
                <a:solidFill>
                  <a:srgbClr val="374552"/>
                </a:solidFill>
                <a:latin typeface="Trebuchet MS"/>
                <a:cs typeface="Trebuchet MS"/>
              </a:rPr>
              <a:t>ensure</a:t>
            </a:r>
            <a:r>
              <a:rPr dirty="0" sz="1000" spc="10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1000" spc="-25">
                <a:solidFill>
                  <a:srgbClr val="374552"/>
                </a:solidFill>
                <a:latin typeface="Trebuchet MS"/>
                <a:cs typeface="Trebuchet MS"/>
              </a:rPr>
              <a:t>that</a:t>
            </a:r>
            <a:r>
              <a:rPr dirty="0" sz="1000" spc="10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1000">
                <a:solidFill>
                  <a:srgbClr val="374552"/>
                </a:solidFill>
                <a:latin typeface="Trebuchet MS"/>
                <a:cs typeface="Trebuchet MS"/>
              </a:rPr>
              <a:t>primary</a:t>
            </a:r>
            <a:r>
              <a:rPr dirty="0" sz="1000" spc="10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1000">
                <a:solidFill>
                  <a:srgbClr val="374552"/>
                </a:solidFill>
                <a:latin typeface="Trebuchet MS"/>
                <a:cs typeface="Trebuchet MS"/>
              </a:rPr>
              <a:t>and</a:t>
            </a:r>
            <a:r>
              <a:rPr dirty="0" sz="1000" spc="10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1000" spc="-10">
                <a:solidFill>
                  <a:srgbClr val="374552"/>
                </a:solidFill>
                <a:latin typeface="Trebuchet MS"/>
                <a:cs typeface="Trebuchet MS"/>
              </a:rPr>
              <a:t>replica </a:t>
            </a:r>
            <a:r>
              <a:rPr dirty="0" sz="1000">
                <a:solidFill>
                  <a:srgbClr val="374552"/>
                </a:solidFill>
                <a:latin typeface="Trebuchet MS"/>
                <a:cs typeface="Trebuchet MS"/>
              </a:rPr>
              <a:t>shards</a:t>
            </a:r>
            <a:r>
              <a:rPr dirty="0" sz="1000" spc="45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1000">
                <a:solidFill>
                  <a:srgbClr val="374552"/>
                </a:solidFill>
                <a:latin typeface="Trebuchet MS"/>
                <a:cs typeface="Trebuchet MS"/>
              </a:rPr>
              <a:t>reside</a:t>
            </a:r>
            <a:r>
              <a:rPr dirty="0" sz="1000" spc="50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1000">
                <a:solidFill>
                  <a:srgbClr val="374552"/>
                </a:solidFill>
                <a:latin typeface="Trebuchet MS"/>
                <a:cs typeface="Trebuchet MS"/>
              </a:rPr>
              <a:t>in</a:t>
            </a:r>
            <a:r>
              <a:rPr dirty="0" sz="1000" spc="50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1000" spc="-25">
                <a:solidFill>
                  <a:srgbClr val="374552"/>
                </a:solidFill>
                <a:latin typeface="Trebuchet MS"/>
                <a:cs typeface="Trebuchet MS"/>
              </a:rPr>
              <a:t>different</a:t>
            </a:r>
            <a:r>
              <a:rPr dirty="0" sz="1000" spc="45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1000" spc="-20">
                <a:solidFill>
                  <a:srgbClr val="374552"/>
                </a:solidFill>
                <a:latin typeface="Trebuchet MS"/>
                <a:cs typeface="Trebuchet MS"/>
              </a:rPr>
              <a:t>data </a:t>
            </a:r>
            <a:r>
              <a:rPr dirty="0" sz="1000" spc="-10">
                <a:solidFill>
                  <a:srgbClr val="374552"/>
                </a:solidFill>
                <a:latin typeface="Trebuchet MS"/>
                <a:cs typeface="Trebuchet MS"/>
              </a:rPr>
              <a:t>centers,</a:t>
            </a:r>
            <a:r>
              <a:rPr dirty="0" sz="1000" spc="80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1000">
                <a:solidFill>
                  <a:srgbClr val="374552"/>
                </a:solidFill>
                <a:latin typeface="Trebuchet MS"/>
                <a:cs typeface="Trebuchet MS"/>
              </a:rPr>
              <a:t>maximizing</a:t>
            </a:r>
            <a:r>
              <a:rPr dirty="0" sz="1000" spc="85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1000" spc="-10">
                <a:solidFill>
                  <a:srgbClr val="374552"/>
                </a:solidFill>
                <a:latin typeface="Trebuchet MS"/>
                <a:cs typeface="Trebuchet MS"/>
              </a:rPr>
              <a:t>fault tolerance.</a:t>
            </a:r>
            <a:endParaRPr sz="1000">
              <a:latin typeface="Trebuchet MS"/>
              <a:cs typeface="Trebuchet MS"/>
            </a:endParaRPr>
          </a:p>
        </p:txBody>
      </p:sp>
      <p:pic>
        <p:nvPicPr>
          <p:cNvPr id="12" name="object 12"/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619125" y="4095750"/>
            <a:ext cx="457200" cy="457200"/>
          </a:xfrm>
          <a:prstGeom prst="rect">
            <a:avLst/>
          </a:prstGeom>
        </p:spPr>
      </p:pic>
      <p:sp>
        <p:nvSpPr>
          <p:cNvPr id="13" name="object 13"/>
          <p:cNvSpPr txBox="1"/>
          <p:nvPr/>
        </p:nvSpPr>
        <p:spPr>
          <a:xfrm>
            <a:off x="1203970" y="4068361"/>
            <a:ext cx="1838960" cy="140970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 marR="324485">
              <a:lnSpc>
                <a:spcPct val="105800"/>
              </a:lnSpc>
              <a:spcBef>
                <a:spcPts val="100"/>
              </a:spcBef>
            </a:pPr>
            <a:r>
              <a:rPr dirty="0" sz="1300" spc="-95">
                <a:solidFill>
                  <a:srgbClr val="374552"/>
                </a:solidFill>
                <a:latin typeface="Verdana"/>
                <a:cs typeface="Verdana"/>
              </a:rPr>
              <a:t>In-</a:t>
            </a:r>
            <a:r>
              <a:rPr dirty="0" sz="1300" spc="-80">
                <a:solidFill>
                  <a:srgbClr val="374552"/>
                </a:solidFill>
                <a:latin typeface="Verdana"/>
                <a:cs typeface="Verdana"/>
              </a:rPr>
              <a:t>Region</a:t>
            </a:r>
            <a:r>
              <a:rPr dirty="0" sz="1300" spc="25">
                <a:solidFill>
                  <a:srgbClr val="374552"/>
                </a:solidFill>
                <a:latin typeface="Verdana"/>
                <a:cs typeface="Verdana"/>
              </a:rPr>
              <a:t> </a:t>
            </a:r>
            <a:r>
              <a:rPr dirty="0" sz="1300" spc="-75">
                <a:solidFill>
                  <a:srgbClr val="374552"/>
                </a:solidFill>
                <a:latin typeface="Verdana"/>
                <a:cs typeface="Verdana"/>
              </a:rPr>
              <a:t>Snapshot </a:t>
            </a:r>
            <a:r>
              <a:rPr dirty="0" sz="1300" spc="-10">
                <a:solidFill>
                  <a:srgbClr val="374552"/>
                </a:solidFill>
                <a:latin typeface="Verdana"/>
                <a:cs typeface="Verdana"/>
              </a:rPr>
              <a:t>Repository</a:t>
            </a:r>
            <a:endParaRPr sz="1300">
              <a:latin typeface="Verdana"/>
              <a:cs typeface="Verdana"/>
            </a:endParaRPr>
          </a:p>
          <a:p>
            <a:pPr marL="12700" marR="5080">
              <a:lnSpc>
                <a:spcPct val="120300"/>
              </a:lnSpc>
              <a:spcBef>
                <a:spcPts val="370"/>
              </a:spcBef>
            </a:pPr>
            <a:r>
              <a:rPr dirty="0" sz="1000" spc="-40">
                <a:solidFill>
                  <a:srgbClr val="374552"/>
                </a:solidFill>
                <a:latin typeface="Trebuchet MS"/>
                <a:cs typeface="Trebuchet MS"/>
              </a:rPr>
              <a:t>Ideally,</a:t>
            </a:r>
            <a:r>
              <a:rPr dirty="0" sz="1000" spc="75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1000" spc="-20">
                <a:solidFill>
                  <a:srgbClr val="374552"/>
                </a:solidFill>
                <a:latin typeface="Trebuchet MS"/>
                <a:cs typeface="Trebuchet MS"/>
              </a:rPr>
              <a:t>the</a:t>
            </a:r>
            <a:r>
              <a:rPr dirty="0" sz="1000" spc="75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1000">
                <a:solidFill>
                  <a:srgbClr val="374552"/>
                </a:solidFill>
                <a:latin typeface="Trebuchet MS"/>
                <a:cs typeface="Trebuchet MS"/>
              </a:rPr>
              <a:t>snapshot</a:t>
            </a:r>
            <a:r>
              <a:rPr dirty="0" sz="1000" spc="80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1000" spc="-10">
                <a:solidFill>
                  <a:srgbClr val="374552"/>
                </a:solidFill>
                <a:latin typeface="Trebuchet MS"/>
                <a:cs typeface="Trebuchet MS"/>
              </a:rPr>
              <a:t>repository </a:t>
            </a:r>
            <a:r>
              <a:rPr dirty="0" sz="1000" spc="-40">
                <a:solidFill>
                  <a:srgbClr val="374552"/>
                </a:solidFill>
                <a:latin typeface="Trebuchet MS"/>
                <a:cs typeface="Trebuchet MS"/>
              </a:rPr>
              <a:t>will</a:t>
            </a:r>
            <a:r>
              <a:rPr dirty="0" sz="1000" spc="5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1000" spc="-10">
                <a:solidFill>
                  <a:srgbClr val="374552"/>
                </a:solidFill>
                <a:latin typeface="Trebuchet MS"/>
                <a:cs typeface="Trebuchet MS"/>
              </a:rPr>
              <a:t>feature</a:t>
            </a:r>
            <a:r>
              <a:rPr dirty="0" sz="1000" spc="5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1000">
                <a:solidFill>
                  <a:srgbClr val="374552"/>
                </a:solidFill>
                <a:latin typeface="Trebuchet MS"/>
                <a:cs typeface="Trebuchet MS"/>
              </a:rPr>
              <a:t>storage</a:t>
            </a:r>
            <a:r>
              <a:rPr dirty="0" sz="1000" spc="10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1000" spc="-10">
                <a:solidFill>
                  <a:srgbClr val="374552"/>
                </a:solidFill>
                <a:latin typeface="Trebuchet MS"/>
                <a:cs typeface="Trebuchet MS"/>
              </a:rPr>
              <a:t>replication </a:t>
            </a:r>
            <a:r>
              <a:rPr dirty="0" sz="1000" spc="-20">
                <a:solidFill>
                  <a:srgbClr val="374552"/>
                </a:solidFill>
                <a:latin typeface="Trebuchet MS"/>
                <a:cs typeface="Trebuchet MS"/>
              </a:rPr>
              <a:t>within</a:t>
            </a:r>
            <a:r>
              <a:rPr dirty="0" sz="1000" spc="-25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1000">
                <a:solidFill>
                  <a:srgbClr val="374552"/>
                </a:solidFill>
                <a:latin typeface="Trebuchet MS"/>
                <a:cs typeface="Trebuchet MS"/>
              </a:rPr>
              <a:t>its</a:t>
            </a:r>
            <a:r>
              <a:rPr dirty="0" sz="1000" spc="-20">
                <a:solidFill>
                  <a:srgbClr val="374552"/>
                </a:solidFill>
                <a:latin typeface="Trebuchet MS"/>
                <a:cs typeface="Trebuchet MS"/>
              </a:rPr>
              <a:t> region, </a:t>
            </a:r>
            <a:r>
              <a:rPr dirty="0" sz="1000" spc="-10">
                <a:solidFill>
                  <a:srgbClr val="374552"/>
                </a:solidFill>
                <a:latin typeface="Trebuchet MS"/>
                <a:cs typeface="Trebuchet MS"/>
              </a:rPr>
              <a:t>providing </a:t>
            </a:r>
            <a:r>
              <a:rPr dirty="0" sz="1000" spc="-20">
                <a:solidFill>
                  <a:srgbClr val="374552"/>
                </a:solidFill>
                <a:latin typeface="Trebuchet MS"/>
                <a:cs typeface="Trebuchet MS"/>
              </a:rPr>
              <a:t>inherent</a:t>
            </a:r>
            <a:r>
              <a:rPr dirty="0" sz="1000" spc="20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1000" spc="-40">
                <a:solidFill>
                  <a:srgbClr val="374552"/>
                </a:solidFill>
                <a:latin typeface="Trebuchet MS"/>
                <a:cs typeface="Trebuchet MS"/>
              </a:rPr>
              <a:t>in-</a:t>
            </a:r>
            <a:r>
              <a:rPr dirty="0" sz="1000">
                <a:solidFill>
                  <a:srgbClr val="374552"/>
                </a:solidFill>
                <a:latin typeface="Trebuchet MS"/>
                <a:cs typeface="Trebuchet MS"/>
              </a:rPr>
              <a:t>region</a:t>
            </a:r>
            <a:r>
              <a:rPr dirty="0" sz="1000" spc="20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1000" spc="-10">
                <a:solidFill>
                  <a:srgbClr val="374552"/>
                </a:solidFill>
                <a:latin typeface="Trebuchet MS"/>
                <a:cs typeface="Trebuchet MS"/>
              </a:rPr>
              <a:t>redundancy </a:t>
            </a:r>
            <a:r>
              <a:rPr dirty="0" sz="1000">
                <a:solidFill>
                  <a:srgbClr val="374552"/>
                </a:solidFill>
                <a:latin typeface="Trebuchet MS"/>
                <a:cs typeface="Trebuchet MS"/>
              </a:rPr>
              <a:t>for</a:t>
            </a:r>
            <a:r>
              <a:rPr dirty="0" sz="1000" spc="-35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1000" spc="-20">
                <a:solidFill>
                  <a:srgbClr val="374552"/>
                </a:solidFill>
                <a:latin typeface="Trebuchet MS"/>
                <a:cs typeface="Trebuchet MS"/>
              </a:rPr>
              <a:t>critical</a:t>
            </a:r>
            <a:r>
              <a:rPr dirty="0" sz="1000" spc="-30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1000" spc="-10">
                <a:solidFill>
                  <a:srgbClr val="374552"/>
                </a:solidFill>
                <a:latin typeface="Trebuchet MS"/>
                <a:cs typeface="Trebuchet MS"/>
              </a:rPr>
              <a:t>backups.</a:t>
            </a:r>
            <a:endParaRPr sz="1000">
              <a:latin typeface="Trebuchet MS"/>
              <a:cs typeface="Trebuchet MS"/>
            </a:endParaRPr>
          </a:p>
        </p:txBody>
      </p:sp>
      <p:pic>
        <p:nvPicPr>
          <p:cNvPr id="14" name="object 14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3200400" y="4095750"/>
            <a:ext cx="457200" cy="457200"/>
          </a:xfrm>
          <a:prstGeom prst="rect">
            <a:avLst/>
          </a:prstGeom>
        </p:spPr>
      </p:pic>
      <p:sp>
        <p:nvSpPr>
          <p:cNvPr id="15" name="object 15"/>
          <p:cNvSpPr txBox="1"/>
          <p:nvPr/>
        </p:nvSpPr>
        <p:spPr>
          <a:xfrm>
            <a:off x="3786441" y="3976541"/>
            <a:ext cx="1814830" cy="1663700"/>
          </a:xfrm>
          <a:prstGeom prst="rect">
            <a:avLst/>
          </a:prstGeom>
        </p:spPr>
        <p:txBody>
          <a:bodyPr wrap="square" lIns="0" tIns="11557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910"/>
              </a:spcBef>
            </a:pPr>
            <a:r>
              <a:rPr dirty="0" sz="1300" spc="-45">
                <a:solidFill>
                  <a:srgbClr val="374552"/>
                </a:solidFill>
                <a:latin typeface="Verdana"/>
                <a:cs typeface="Verdana"/>
              </a:rPr>
              <a:t>Capacity</a:t>
            </a:r>
            <a:r>
              <a:rPr dirty="0" sz="1300" spc="-70">
                <a:solidFill>
                  <a:srgbClr val="374552"/>
                </a:solidFill>
                <a:latin typeface="Verdana"/>
                <a:cs typeface="Verdana"/>
              </a:rPr>
              <a:t> </a:t>
            </a:r>
            <a:r>
              <a:rPr dirty="0" sz="1300" spc="-10">
                <a:solidFill>
                  <a:srgbClr val="374552"/>
                </a:solidFill>
                <a:latin typeface="Verdana"/>
                <a:cs typeface="Verdana"/>
              </a:rPr>
              <a:t>Planning</a:t>
            </a:r>
            <a:endParaRPr sz="1300">
              <a:latin typeface="Verdana"/>
              <a:cs typeface="Verdana"/>
            </a:endParaRPr>
          </a:p>
          <a:p>
            <a:pPr marL="12700" marR="5080">
              <a:lnSpc>
                <a:spcPct val="119800"/>
              </a:lnSpc>
              <a:spcBef>
                <a:spcPts val="455"/>
              </a:spcBef>
            </a:pPr>
            <a:r>
              <a:rPr dirty="0" sz="1000" spc="55">
                <a:solidFill>
                  <a:srgbClr val="374552"/>
                </a:solidFill>
                <a:latin typeface="Trebuchet MS"/>
                <a:cs typeface="Trebuchet MS"/>
              </a:rPr>
              <a:t>Business</a:t>
            </a:r>
            <a:r>
              <a:rPr dirty="0" sz="1000" spc="45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1000" spc="80">
                <a:solidFill>
                  <a:srgbClr val="374552"/>
                </a:solidFill>
                <a:latin typeface="Trebuchet MS"/>
                <a:cs typeface="Trebuchet MS"/>
              </a:rPr>
              <a:t>as</a:t>
            </a:r>
            <a:r>
              <a:rPr dirty="0" sz="1000" spc="50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1000">
                <a:solidFill>
                  <a:srgbClr val="374552"/>
                </a:solidFill>
                <a:latin typeface="Trebuchet MS"/>
                <a:cs typeface="Trebuchet MS"/>
              </a:rPr>
              <a:t>usual</a:t>
            </a:r>
            <a:r>
              <a:rPr dirty="0" sz="1000" spc="50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1000">
                <a:solidFill>
                  <a:srgbClr val="374552"/>
                </a:solidFill>
                <a:latin typeface="Trebuchet MS"/>
                <a:cs typeface="Trebuchet MS"/>
              </a:rPr>
              <a:t>nodes</a:t>
            </a:r>
            <a:r>
              <a:rPr dirty="0" sz="1000" spc="50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1000" spc="-20">
                <a:solidFill>
                  <a:srgbClr val="374552"/>
                </a:solidFill>
                <a:latin typeface="Trebuchet MS"/>
                <a:cs typeface="Trebuchet MS"/>
              </a:rPr>
              <a:t>must </a:t>
            </a:r>
            <a:r>
              <a:rPr dirty="0" sz="1000">
                <a:solidFill>
                  <a:srgbClr val="374552"/>
                </a:solidFill>
                <a:latin typeface="Trebuchet MS"/>
                <a:cs typeface="Trebuchet MS"/>
              </a:rPr>
              <a:t>run</a:t>
            </a:r>
            <a:r>
              <a:rPr dirty="0" sz="1000" spc="-20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1000" spc="-10">
                <a:solidFill>
                  <a:srgbClr val="374552"/>
                </a:solidFill>
                <a:latin typeface="Trebuchet MS"/>
                <a:cs typeface="Trebuchet MS"/>
              </a:rPr>
              <a:t>at</a:t>
            </a:r>
            <a:r>
              <a:rPr dirty="0" sz="1000" spc="-20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1000">
                <a:solidFill>
                  <a:srgbClr val="374552"/>
                </a:solidFill>
                <a:latin typeface="Trebuchet MS"/>
                <a:cs typeface="Trebuchet MS"/>
              </a:rPr>
              <a:t>no</a:t>
            </a:r>
            <a:r>
              <a:rPr dirty="0" sz="1000" spc="-20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1000">
                <a:solidFill>
                  <a:srgbClr val="374552"/>
                </a:solidFill>
                <a:latin typeface="Trebuchet MS"/>
                <a:cs typeface="Trebuchet MS"/>
              </a:rPr>
              <a:t>more</a:t>
            </a:r>
            <a:r>
              <a:rPr dirty="0" sz="1000" spc="-20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1000">
                <a:solidFill>
                  <a:srgbClr val="374552"/>
                </a:solidFill>
                <a:latin typeface="Trebuchet MS"/>
                <a:cs typeface="Trebuchet MS"/>
              </a:rPr>
              <a:t>than</a:t>
            </a:r>
            <a:r>
              <a:rPr dirty="0" sz="1000" spc="-15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1000" spc="55">
                <a:solidFill>
                  <a:srgbClr val="374552"/>
                </a:solidFill>
                <a:latin typeface="Trebuchet MS"/>
                <a:cs typeface="Trebuchet MS"/>
              </a:rPr>
              <a:t>40% </a:t>
            </a:r>
            <a:r>
              <a:rPr dirty="0" sz="1000" spc="-20">
                <a:solidFill>
                  <a:srgbClr val="374552"/>
                </a:solidFill>
                <a:latin typeface="Trebuchet MS"/>
                <a:cs typeface="Trebuchet MS"/>
              </a:rPr>
              <a:t>capacity.</a:t>
            </a:r>
            <a:r>
              <a:rPr dirty="0" sz="1000" spc="25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1000">
                <a:solidFill>
                  <a:srgbClr val="374552"/>
                </a:solidFill>
                <a:latin typeface="Trebuchet MS"/>
                <a:cs typeface="Trebuchet MS"/>
              </a:rPr>
              <a:t>This</a:t>
            </a:r>
            <a:r>
              <a:rPr dirty="0" sz="1000" spc="50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1000">
                <a:solidFill>
                  <a:srgbClr val="374552"/>
                </a:solidFill>
                <a:latin typeface="Trebuchet MS"/>
                <a:cs typeface="Trebuchet MS"/>
              </a:rPr>
              <a:t>reserve</a:t>
            </a:r>
            <a:r>
              <a:rPr dirty="0" sz="1000" spc="55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1000" spc="-10">
                <a:solidFill>
                  <a:srgbClr val="374552"/>
                </a:solidFill>
                <a:latin typeface="Trebuchet MS"/>
                <a:cs typeface="Trebuchet MS"/>
              </a:rPr>
              <a:t>capacity </a:t>
            </a:r>
            <a:r>
              <a:rPr dirty="0" sz="1000" spc="10">
                <a:solidFill>
                  <a:srgbClr val="374552"/>
                </a:solidFill>
                <a:latin typeface="Trebuchet MS"/>
                <a:cs typeface="Trebuchet MS"/>
              </a:rPr>
              <a:t>is </a:t>
            </a:r>
            <a:r>
              <a:rPr dirty="0" sz="1000">
                <a:solidFill>
                  <a:srgbClr val="374552"/>
                </a:solidFill>
                <a:latin typeface="Trebuchet MS"/>
                <a:cs typeface="Trebuchet MS"/>
              </a:rPr>
              <a:t>crucial</a:t>
            </a:r>
            <a:r>
              <a:rPr dirty="0" sz="1000" spc="15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1000">
                <a:solidFill>
                  <a:srgbClr val="374552"/>
                </a:solidFill>
                <a:latin typeface="Trebuchet MS"/>
                <a:cs typeface="Trebuchet MS"/>
              </a:rPr>
              <a:t>to</a:t>
            </a:r>
            <a:r>
              <a:rPr dirty="0" sz="1000" spc="10">
                <a:solidFill>
                  <a:srgbClr val="374552"/>
                </a:solidFill>
                <a:latin typeface="Trebuchet MS"/>
                <a:cs typeface="Trebuchet MS"/>
              </a:rPr>
              <a:t> accommodate</a:t>
            </a:r>
            <a:r>
              <a:rPr dirty="0" sz="1000" spc="15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1000" spc="-35">
                <a:solidFill>
                  <a:srgbClr val="374552"/>
                </a:solidFill>
                <a:latin typeface="Trebuchet MS"/>
                <a:cs typeface="Trebuchet MS"/>
              </a:rPr>
              <a:t>2x </a:t>
            </a:r>
            <a:r>
              <a:rPr dirty="0" sz="1000" spc="-20">
                <a:solidFill>
                  <a:srgbClr val="374552"/>
                </a:solidFill>
                <a:latin typeface="Trebuchet MS"/>
                <a:cs typeface="Trebuchet MS"/>
              </a:rPr>
              <a:t>the</a:t>
            </a:r>
            <a:r>
              <a:rPr dirty="0" sz="1000" spc="-15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1000">
                <a:solidFill>
                  <a:srgbClr val="374552"/>
                </a:solidFill>
                <a:latin typeface="Trebuchet MS"/>
                <a:cs typeface="Trebuchet MS"/>
              </a:rPr>
              <a:t>volume</a:t>
            </a:r>
            <a:r>
              <a:rPr dirty="0" sz="1000" spc="-10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1000">
                <a:solidFill>
                  <a:srgbClr val="374552"/>
                </a:solidFill>
                <a:latin typeface="Trebuchet MS"/>
                <a:cs typeface="Trebuchet MS"/>
              </a:rPr>
              <a:t>for</a:t>
            </a:r>
            <a:r>
              <a:rPr dirty="0" sz="1000" spc="-10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1000" spc="-35">
                <a:solidFill>
                  <a:srgbClr val="374552"/>
                </a:solidFill>
                <a:latin typeface="Trebuchet MS"/>
                <a:cs typeface="Trebuchet MS"/>
              </a:rPr>
              <a:t>full</a:t>
            </a:r>
            <a:r>
              <a:rPr dirty="0" sz="1000" spc="-15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1000" spc="-10">
                <a:solidFill>
                  <a:srgbClr val="374552"/>
                </a:solidFill>
                <a:latin typeface="Trebuchet MS"/>
                <a:cs typeface="Trebuchet MS"/>
              </a:rPr>
              <a:t>failover </a:t>
            </a:r>
            <a:r>
              <a:rPr dirty="0" sz="1000">
                <a:solidFill>
                  <a:srgbClr val="374552"/>
                </a:solidFill>
                <a:latin typeface="Trebuchet MS"/>
                <a:cs typeface="Trebuchet MS"/>
              </a:rPr>
              <a:t>support</a:t>
            </a:r>
            <a:r>
              <a:rPr dirty="0" sz="1000" spc="55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1000">
                <a:solidFill>
                  <a:srgbClr val="374552"/>
                </a:solidFill>
                <a:latin typeface="Trebuchet MS"/>
                <a:cs typeface="Trebuchet MS"/>
              </a:rPr>
              <a:t>during</a:t>
            </a:r>
            <a:r>
              <a:rPr dirty="0" sz="1000" spc="55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1000" spc="-10">
                <a:solidFill>
                  <a:srgbClr val="374552"/>
                </a:solidFill>
                <a:latin typeface="Trebuchet MS"/>
                <a:cs typeface="Trebuchet MS"/>
              </a:rPr>
              <a:t>unforeseen events.</a:t>
            </a:r>
            <a:endParaRPr sz="1000">
              <a:latin typeface="Trebuchet MS"/>
              <a:cs typeface="Trebuchet MS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9524"/>
            <a:ext cx="11430000" cy="6429375"/>
          </a:xfrm>
          <a:custGeom>
            <a:avLst/>
            <a:gdLst/>
            <a:ahLst/>
            <a:cxnLst/>
            <a:rect l="l" t="t" r="r" b="b"/>
            <a:pathLst>
              <a:path w="11430000" h="6429375">
                <a:moveTo>
                  <a:pt x="11430000" y="6429375"/>
                </a:moveTo>
                <a:lnTo>
                  <a:pt x="0" y="6429375"/>
                </a:lnTo>
                <a:lnTo>
                  <a:pt x="0" y="0"/>
                </a:lnTo>
                <a:lnTo>
                  <a:pt x="11430000" y="0"/>
                </a:lnTo>
                <a:lnTo>
                  <a:pt x="11430000" y="6429375"/>
                </a:lnTo>
                <a:close/>
              </a:path>
            </a:pathLst>
          </a:custGeom>
          <a:solidFill>
            <a:srgbClr val="F9F9F5"/>
          </a:solidFill>
        </p:spPr>
        <p:txBody>
          <a:bodyPr wrap="square" lIns="0" tIns="0" rIns="0" bIns="0" rtlCol="0"/>
          <a:lstStyle/>
          <a:p/>
        </p:txBody>
      </p:sp>
      <p:sp>
        <p:nvSpPr>
          <p:cNvPr id="3" name="object 3"/>
          <p:cNvSpPr txBox="1"/>
          <p:nvPr/>
        </p:nvSpPr>
        <p:spPr>
          <a:xfrm>
            <a:off x="607466" y="536606"/>
            <a:ext cx="2432685" cy="246379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 sz="1450" spc="-80">
                <a:solidFill>
                  <a:srgbClr val="2D3B4E"/>
                </a:solidFill>
                <a:latin typeface="Verdana"/>
                <a:cs typeface="Verdana"/>
              </a:rPr>
              <a:t>Disaster</a:t>
            </a:r>
            <a:r>
              <a:rPr dirty="0" sz="1450" spc="-60">
                <a:solidFill>
                  <a:srgbClr val="2D3B4E"/>
                </a:solidFill>
                <a:latin typeface="Verdana"/>
                <a:cs typeface="Verdana"/>
              </a:rPr>
              <a:t> </a:t>
            </a:r>
            <a:r>
              <a:rPr dirty="0" sz="1450" spc="-70">
                <a:solidFill>
                  <a:srgbClr val="2D3B4E"/>
                </a:solidFill>
                <a:latin typeface="Verdana"/>
                <a:cs typeface="Verdana"/>
              </a:rPr>
              <a:t>Recovery</a:t>
            </a:r>
            <a:r>
              <a:rPr dirty="0" sz="1450" spc="-60">
                <a:solidFill>
                  <a:srgbClr val="2D3B4E"/>
                </a:solidFill>
                <a:latin typeface="Verdana"/>
                <a:cs typeface="Verdana"/>
              </a:rPr>
              <a:t> </a:t>
            </a:r>
            <a:r>
              <a:rPr dirty="0" sz="1450" spc="-50">
                <a:solidFill>
                  <a:srgbClr val="2D3B4E"/>
                </a:solidFill>
                <a:latin typeface="Verdana"/>
                <a:cs typeface="Verdana"/>
              </a:rPr>
              <a:t>Scenarios</a:t>
            </a:r>
            <a:endParaRPr sz="1450">
              <a:latin typeface="Verdana"/>
              <a:cs typeface="Verdana"/>
            </a:endParaRPr>
          </a:p>
        </p:txBody>
      </p:sp>
      <p:sp>
        <p:nvSpPr>
          <p:cNvPr id="4" name="object 4" descr="$PPTXTitle"/>
          <p:cNvSpPr txBox="1">
            <a:spLocks noGrp="1"/>
          </p:cNvSpPr>
          <p:nvPr>
            <p:ph type="title"/>
          </p:nvPr>
        </p:nvSpPr>
        <p:spPr>
          <a:xfrm>
            <a:off x="607466" y="809688"/>
            <a:ext cx="7985125" cy="467359"/>
          </a:xfrm>
          <a:prstGeom prst="rect"/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 sz="2900" spc="-190"/>
              <a:t>Ensuring</a:t>
            </a:r>
            <a:r>
              <a:rPr dirty="0" sz="2900" spc="-75"/>
              <a:t> </a:t>
            </a:r>
            <a:r>
              <a:rPr dirty="0" sz="2900" spc="-190"/>
              <a:t>Business</a:t>
            </a:r>
            <a:r>
              <a:rPr dirty="0" sz="2900" spc="-70"/>
              <a:t> </a:t>
            </a:r>
            <a:r>
              <a:rPr dirty="0" sz="2900" spc="-160"/>
              <a:t>Continuity</a:t>
            </a:r>
            <a:r>
              <a:rPr dirty="0" sz="2900" spc="-75"/>
              <a:t> </a:t>
            </a:r>
            <a:r>
              <a:rPr dirty="0" sz="2900" spc="-150"/>
              <a:t>and</a:t>
            </a:r>
            <a:r>
              <a:rPr dirty="0" sz="2900" spc="-70"/>
              <a:t> </a:t>
            </a:r>
            <a:r>
              <a:rPr dirty="0" sz="2900" spc="-220"/>
              <a:t>Data</a:t>
            </a:r>
            <a:r>
              <a:rPr dirty="0" sz="2900" spc="-70"/>
              <a:t> </a:t>
            </a:r>
            <a:r>
              <a:rPr dirty="0" sz="2900" spc="-145"/>
              <a:t>Integrity</a:t>
            </a:r>
            <a:endParaRPr sz="2900"/>
          </a:p>
        </p:txBody>
      </p:sp>
      <p:sp>
        <p:nvSpPr>
          <p:cNvPr id="5" name="object 5"/>
          <p:cNvSpPr txBox="1"/>
          <p:nvPr/>
        </p:nvSpPr>
        <p:spPr>
          <a:xfrm>
            <a:off x="607466" y="1474076"/>
            <a:ext cx="10093960" cy="444500"/>
          </a:xfrm>
          <a:prstGeom prst="rect">
            <a:avLst/>
          </a:prstGeom>
        </p:spPr>
        <p:txBody>
          <a:bodyPr wrap="square" lIns="0" tIns="12065" rIns="0" bIns="0" rtlCol="0" vert="horz">
            <a:spAutoFit/>
          </a:bodyPr>
          <a:lstStyle/>
          <a:p>
            <a:pPr marL="12700" marR="5080">
              <a:lnSpc>
                <a:spcPct val="119600"/>
              </a:lnSpc>
              <a:spcBef>
                <a:spcPts val="95"/>
              </a:spcBef>
            </a:pPr>
            <a:r>
              <a:rPr dirty="0" sz="1150">
                <a:solidFill>
                  <a:srgbClr val="384653"/>
                </a:solidFill>
                <a:latin typeface="Trebuchet MS"/>
                <a:cs typeface="Trebuchet MS"/>
              </a:rPr>
              <a:t>Robust disaster </a:t>
            </a:r>
            <a:r>
              <a:rPr dirty="0" sz="1150" spc="-20">
                <a:solidFill>
                  <a:srgbClr val="384653"/>
                </a:solidFill>
                <a:latin typeface="Trebuchet MS"/>
                <a:cs typeface="Trebuchet MS"/>
              </a:rPr>
              <a:t>recovery</a:t>
            </a:r>
            <a:r>
              <a:rPr dirty="0" sz="1150">
                <a:solidFill>
                  <a:srgbClr val="384653"/>
                </a:solidFill>
                <a:latin typeface="Trebuchet MS"/>
                <a:cs typeface="Trebuchet MS"/>
              </a:rPr>
              <a:t> planning</a:t>
            </a:r>
            <a:r>
              <a:rPr dirty="0" sz="1150" spc="5">
                <a:solidFill>
                  <a:srgbClr val="384653"/>
                </a:solidFill>
                <a:latin typeface="Trebuchet MS"/>
                <a:cs typeface="Trebuchet MS"/>
              </a:rPr>
              <a:t> </a:t>
            </a:r>
            <a:r>
              <a:rPr dirty="0" sz="1150">
                <a:solidFill>
                  <a:srgbClr val="384653"/>
                </a:solidFill>
                <a:latin typeface="Trebuchet MS"/>
                <a:cs typeface="Trebuchet MS"/>
              </a:rPr>
              <a:t>is paramount </a:t>
            </a:r>
            <a:r>
              <a:rPr dirty="0" sz="1150" spc="-10">
                <a:solidFill>
                  <a:srgbClr val="384653"/>
                </a:solidFill>
                <a:latin typeface="Trebuchet MS"/>
                <a:cs typeface="Trebuchet MS"/>
              </a:rPr>
              <a:t>for</a:t>
            </a:r>
            <a:r>
              <a:rPr dirty="0" sz="1150">
                <a:solidFill>
                  <a:srgbClr val="384653"/>
                </a:solidFill>
                <a:latin typeface="Trebuchet MS"/>
                <a:cs typeface="Trebuchet MS"/>
              </a:rPr>
              <a:t> our</a:t>
            </a:r>
            <a:r>
              <a:rPr dirty="0" sz="1150" spc="5">
                <a:solidFill>
                  <a:srgbClr val="384653"/>
                </a:solidFill>
                <a:latin typeface="Trebuchet MS"/>
                <a:cs typeface="Trebuchet MS"/>
              </a:rPr>
              <a:t> </a:t>
            </a:r>
            <a:r>
              <a:rPr dirty="0" sz="1150" spc="-25">
                <a:solidFill>
                  <a:srgbClr val="384653"/>
                </a:solidFill>
                <a:latin typeface="Trebuchet MS"/>
                <a:cs typeface="Trebuchet MS"/>
              </a:rPr>
              <a:t>critical</a:t>
            </a:r>
            <a:r>
              <a:rPr dirty="0" sz="1150">
                <a:solidFill>
                  <a:srgbClr val="384653"/>
                </a:solidFill>
                <a:latin typeface="Trebuchet MS"/>
                <a:cs typeface="Trebuchet MS"/>
              </a:rPr>
              <a:t> Elasticsearch clusters. We</a:t>
            </a:r>
            <a:r>
              <a:rPr dirty="0" sz="1150" spc="5">
                <a:solidFill>
                  <a:srgbClr val="384653"/>
                </a:solidFill>
                <a:latin typeface="Trebuchet MS"/>
                <a:cs typeface="Trebuchet MS"/>
              </a:rPr>
              <a:t> </a:t>
            </a:r>
            <a:r>
              <a:rPr dirty="0" sz="1150">
                <a:solidFill>
                  <a:srgbClr val="384653"/>
                </a:solidFill>
                <a:latin typeface="Trebuchet MS"/>
                <a:cs typeface="Trebuchet MS"/>
              </a:rPr>
              <a:t>have </a:t>
            </a:r>
            <a:r>
              <a:rPr dirty="0" sz="1150" spc="-25">
                <a:solidFill>
                  <a:srgbClr val="384653"/>
                </a:solidFill>
                <a:latin typeface="Trebuchet MS"/>
                <a:cs typeface="Trebuchet MS"/>
              </a:rPr>
              <a:t>identified</a:t>
            </a:r>
            <a:r>
              <a:rPr dirty="0" sz="1150">
                <a:solidFill>
                  <a:srgbClr val="384653"/>
                </a:solidFill>
                <a:latin typeface="Trebuchet MS"/>
                <a:cs typeface="Trebuchet MS"/>
              </a:rPr>
              <a:t> and </a:t>
            </a:r>
            <a:r>
              <a:rPr dirty="0" sz="1150" spc="-10">
                <a:solidFill>
                  <a:srgbClr val="384653"/>
                </a:solidFill>
                <a:latin typeface="Trebuchet MS"/>
                <a:cs typeface="Trebuchet MS"/>
              </a:rPr>
              <a:t>strategized</a:t>
            </a:r>
            <a:r>
              <a:rPr dirty="0" sz="1150" spc="5">
                <a:solidFill>
                  <a:srgbClr val="384653"/>
                </a:solidFill>
                <a:latin typeface="Trebuchet MS"/>
                <a:cs typeface="Trebuchet MS"/>
              </a:rPr>
              <a:t> </a:t>
            </a:r>
            <a:r>
              <a:rPr dirty="0" sz="1150" spc="-10">
                <a:solidFill>
                  <a:srgbClr val="384653"/>
                </a:solidFill>
                <a:latin typeface="Trebuchet MS"/>
                <a:cs typeface="Trebuchet MS"/>
              </a:rPr>
              <a:t>for</a:t>
            </a:r>
            <a:r>
              <a:rPr dirty="0" sz="1150">
                <a:solidFill>
                  <a:srgbClr val="384653"/>
                </a:solidFill>
                <a:latin typeface="Trebuchet MS"/>
                <a:cs typeface="Trebuchet MS"/>
              </a:rPr>
              <a:t> various scenarios </a:t>
            </a:r>
            <a:r>
              <a:rPr dirty="0" sz="1150" spc="-20">
                <a:solidFill>
                  <a:srgbClr val="384653"/>
                </a:solidFill>
                <a:latin typeface="Trebuchet MS"/>
                <a:cs typeface="Trebuchet MS"/>
              </a:rPr>
              <a:t>to</a:t>
            </a:r>
            <a:r>
              <a:rPr dirty="0" sz="1150" spc="5">
                <a:solidFill>
                  <a:srgbClr val="384653"/>
                </a:solidFill>
                <a:latin typeface="Trebuchet MS"/>
                <a:cs typeface="Trebuchet MS"/>
              </a:rPr>
              <a:t> </a:t>
            </a:r>
            <a:r>
              <a:rPr dirty="0" sz="1150" spc="-10">
                <a:solidFill>
                  <a:srgbClr val="384653"/>
                </a:solidFill>
                <a:latin typeface="Trebuchet MS"/>
                <a:cs typeface="Trebuchet MS"/>
              </a:rPr>
              <a:t>minimize </a:t>
            </a:r>
            <a:r>
              <a:rPr dirty="0" sz="1150">
                <a:solidFill>
                  <a:srgbClr val="384653"/>
                </a:solidFill>
                <a:latin typeface="Trebuchet MS"/>
                <a:cs typeface="Trebuchet MS"/>
              </a:rPr>
              <a:t>downtime</a:t>
            </a:r>
            <a:r>
              <a:rPr dirty="0" sz="1150" spc="-40">
                <a:solidFill>
                  <a:srgbClr val="384653"/>
                </a:solidFill>
                <a:latin typeface="Trebuchet MS"/>
                <a:cs typeface="Trebuchet MS"/>
              </a:rPr>
              <a:t> </a:t>
            </a:r>
            <a:r>
              <a:rPr dirty="0" sz="1150">
                <a:solidFill>
                  <a:srgbClr val="384653"/>
                </a:solidFill>
                <a:latin typeface="Trebuchet MS"/>
                <a:cs typeface="Trebuchet MS"/>
              </a:rPr>
              <a:t>and</a:t>
            </a:r>
            <a:r>
              <a:rPr dirty="0" sz="1150" spc="-35">
                <a:solidFill>
                  <a:srgbClr val="384653"/>
                </a:solidFill>
                <a:latin typeface="Trebuchet MS"/>
                <a:cs typeface="Trebuchet MS"/>
              </a:rPr>
              <a:t> </a:t>
            </a:r>
            <a:r>
              <a:rPr dirty="0" sz="1150" spc="-30">
                <a:solidFill>
                  <a:srgbClr val="384653"/>
                </a:solidFill>
                <a:latin typeface="Trebuchet MS"/>
                <a:cs typeface="Trebuchet MS"/>
              </a:rPr>
              <a:t>prevent</a:t>
            </a:r>
            <a:r>
              <a:rPr dirty="0" sz="1150" spc="-35">
                <a:solidFill>
                  <a:srgbClr val="384653"/>
                </a:solidFill>
                <a:latin typeface="Trebuchet MS"/>
                <a:cs typeface="Trebuchet MS"/>
              </a:rPr>
              <a:t> </a:t>
            </a:r>
            <a:r>
              <a:rPr dirty="0" sz="1150">
                <a:solidFill>
                  <a:srgbClr val="384653"/>
                </a:solidFill>
                <a:latin typeface="Trebuchet MS"/>
                <a:cs typeface="Trebuchet MS"/>
              </a:rPr>
              <a:t>data</a:t>
            </a:r>
            <a:r>
              <a:rPr dirty="0" sz="1150" spc="-40">
                <a:solidFill>
                  <a:srgbClr val="384653"/>
                </a:solidFill>
                <a:latin typeface="Trebuchet MS"/>
                <a:cs typeface="Trebuchet MS"/>
              </a:rPr>
              <a:t> </a:t>
            </a:r>
            <a:r>
              <a:rPr dirty="0" sz="1150" spc="-10">
                <a:solidFill>
                  <a:srgbClr val="384653"/>
                </a:solidFill>
                <a:latin typeface="Trebuchet MS"/>
                <a:cs typeface="Trebuchet MS"/>
              </a:rPr>
              <a:t>loss.</a:t>
            </a:r>
            <a:endParaRPr sz="1150">
              <a:latin typeface="Trebuchet MS"/>
              <a:cs typeface="Trebuchet MS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619125" y="2095500"/>
            <a:ext cx="3305175" cy="447675"/>
            <a:chOff x="619125" y="2095500"/>
            <a:chExt cx="3305175" cy="447675"/>
          </a:xfrm>
        </p:grpSpPr>
        <p:sp>
          <p:nvSpPr>
            <p:cNvPr id="7" name="object 7"/>
            <p:cNvSpPr/>
            <p:nvPr/>
          </p:nvSpPr>
          <p:spPr>
            <a:xfrm>
              <a:off x="623885" y="2100260"/>
              <a:ext cx="3295650" cy="438150"/>
            </a:xfrm>
            <a:custGeom>
              <a:avLst/>
              <a:gdLst/>
              <a:ahLst/>
              <a:cxnLst/>
              <a:rect l="l" t="t" r="r" b="b"/>
              <a:pathLst>
                <a:path w="3295650" h="438150">
                  <a:moveTo>
                    <a:pt x="3076578" y="438150"/>
                  </a:moveTo>
                  <a:lnTo>
                    <a:pt x="219075" y="438150"/>
                  </a:lnTo>
                  <a:lnTo>
                    <a:pt x="208313" y="437887"/>
                  </a:lnTo>
                  <a:lnTo>
                    <a:pt x="165832" y="431583"/>
                  </a:lnTo>
                  <a:lnTo>
                    <a:pt x="125397" y="417112"/>
                  </a:lnTo>
                  <a:lnTo>
                    <a:pt x="88562" y="395031"/>
                  </a:lnTo>
                  <a:lnTo>
                    <a:pt x="56742" y="366190"/>
                  </a:lnTo>
                  <a:lnTo>
                    <a:pt x="31162" y="331692"/>
                  </a:lnTo>
                  <a:lnTo>
                    <a:pt x="12802" y="292869"/>
                  </a:lnTo>
                  <a:lnTo>
                    <a:pt x="2369" y="251209"/>
                  </a:lnTo>
                  <a:lnTo>
                    <a:pt x="0" y="219075"/>
                  </a:lnTo>
                  <a:lnTo>
                    <a:pt x="263" y="208313"/>
                  </a:lnTo>
                  <a:lnTo>
                    <a:pt x="6569" y="165832"/>
                  </a:lnTo>
                  <a:lnTo>
                    <a:pt x="21040" y="125397"/>
                  </a:lnTo>
                  <a:lnTo>
                    <a:pt x="43121" y="88562"/>
                  </a:lnTo>
                  <a:lnTo>
                    <a:pt x="71962" y="56742"/>
                  </a:lnTo>
                  <a:lnTo>
                    <a:pt x="106460" y="31162"/>
                  </a:lnTo>
                  <a:lnTo>
                    <a:pt x="145283" y="12802"/>
                  </a:lnTo>
                  <a:lnTo>
                    <a:pt x="186943" y="2369"/>
                  </a:lnTo>
                  <a:lnTo>
                    <a:pt x="219075" y="0"/>
                  </a:lnTo>
                  <a:lnTo>
                    <a:pt x="3076578" y="0"/>
                  </a:lnTo>
                  <a:lnTo>
                    <a:pt x="3119314" y="4212"/>
                  </a:lnTo>
                  <a:lnTo>
                    <a:pt x="3160413" y="16678"/>
                  </a:lnTo>
                  <a:lnTo>
                    <a:pt x="3198287" y="36923"/>
                  </a:lnTo>
                  <a:lnTo>
                    <a:pt x="3231486" y="64166"/>
                  </a:lnTo>
                  <a:lnTo>
                    <a:pt x="3258729" y="97365"/>
                  </a:lnTo>
                  <a:lnTo>
                    <a:pt x="3278974" y="135239"/>
                  </a:lnTo>
                  <a:lnTo>
                    <a:pt x="3291440" y="176335"/>
                  </a:lnTo>
                  <a:lnTo>
                    <a:pt x="3295653" y="219075"/>
                  </a:lnTo>
                  <a:lnTo>
                    <a:pt x="3295389" y="229838"/>
                  </a:lnTo>
                  <a:lnTo>
                    <a:pt x="3289083" y="272320"/>
                  </a:lnTo>
                  <a:lnTo>
                    <a:pt x="3274612" y="312755"/>
                  </a:lnTo>
                  <a:lnTo>
                    <a:pt x="3252531" y="349590"/>
                  </a:lnTo>
                  <a:lnTo>
                    <a:pt x="3223690" y="381410"/>
                  </a:lnTo>
                  <a:lnTo>
                    <a:pt x="3189192" y="406990"/>
                  </a:lnTo>
                  <a:lnTo>
                    <a:pt x="3150369" y="425350"/>
                  </a:lnTo>
                  <a:lnTo>
                    <a:pt x="3108708" y="435782"/>
                  </a:lnTo>
                  <a:lnTo>
                    <a:pt x="3076578" y="438150"/>
                  </a:lnTo>
                  <a:close/>
                </a:path>
              </a:pathLst>
            </a:custGeom>
            <a:solidFill>
              <a:srgbClr val="D9ECF1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8" name="object 8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628650" y="2105024"/>
              <a:ext cx="3286125" cy="428625"/>
            </a:xfrm>
            <a:prstGeom prst="rect">
              <a:avLst/>
            </a:prstGeom>
          </p:spPr>
        </p:pic>
        <p:sp>
          <p:nvSpPr>
            <p:cNvPr id="9" name="object 9"/>
            <p:cNvSpPr/>
            <p:nvPr/>
          </p:nvSpPr>
          <p:spPr>
            <a:xfrm>
              <a:off x="623887" y="2100262"/>
              <a:ext cx="3295650" cy="438150"/>
            </a:xfrm>
            <a:custGeom>
              <a:avLst/>
              <a:gdLst/>
              <a:ahLst/>
              <a:cxnLst/>
              <a:rect l="l" t="t" r="r" b="b"/>
              <a:pathLst>
                <a:path w="3295650" h="438150">
                  <a:moveTo>
                    <a:pt x="0" y="219075"/>
                  </a:moveTo>
                  <a:lnTo>
                    <a:pt x="0" y="211902"/>
                  </a:lnTo>
                  <a:lnTo>
                    <a:pt x="352" y="204739"/>
                  </a:lnTo>
                  <a:lnTo>
                    <a:pt x="1057" y="197605"/>
                  </a:lnTo>
                  <a:lnTo>
                    <a:pt x="1762" y="190461"/>
                  </a:lnTo>
                  <a:lnTo>
                    <a:pt x="2809" y="183375"/>
                  </a:lnTo>
                  <a:lnTo>
                    <a:pt x="4210" y="176336"/>
                  </a:lnTo>
                  <a:lnTo>
                    <a:pt x="5610" y="169297"/>
                  </a:lnTo>
                  <a:lnTo>
                    <a:pt x="16678" y="135235"/>
                  </a:lnTo>
                  <a:lnTo>
                    <a:pt x="19421" y="128606"/>
                  </a:lnTo>
                  <a:lnTo>
                    <a:pt x="40909" y="91401"/>
                  </a:lnTo>
                  <a:lnTo>
                    <a:pt x="49730" y="80095"/>
                  </a:lnTo>
                  <a:lnTo>
                    <a:pt x="54282" y="74552"/>
                  </a:lnTo>
                  <a:lnTo>
                    <a:pt x="59093" y="69237"/>
                  </a:lnTo>
                  <a:lnTo>
                    <a:pt x="64169" y="64169"/>
                  </a:lnTo>
                  <a:lnTo>
                    <a:pt x="69237" y="59093"/>
                  </a:lnTo>
                  <a:lnTo>
                    <a:pt x="103327" y="32937"/>
                  </a:lnTo>
                  <a:lnTo>
                    <a:pt x="115804" y="25869"/>
                  </a:lnTo>
                  <a:lnTo>
                    <a:pt x="122129" y="22488"/>
                  </a:lnTo>
                  <a:lnTo>
                    <a:pt x="128606" y="19421"/>
                  </a:lnTo>
                  <a:lnTo>
                    <a:pt x="135235" y="16678"/>
                  </a:lnTo>
                  <a:lnTo>
                    <a:pt x="141865" y="13925"/>
                  </a:lnTo>
                  <a:lnTo>
                    <a:pt x="183375" y="2809"/>
                  </a:lnTo>
                  <a:lnTo>
                    <a:pt x="197605" y="1057"/>
                  </a:lnTo>
                  <a:lnTo>
                    <a:pt x="204739" y="352"/>
                  </a:lnTo>
                  <a:lnTo>
                    <a:pt x="211902" y="0"/>
                  </a:lnTo>
                  <a:lnTo>
                    <a:pt x="219075" y="0"/>
                  </a:lnTo>
                  <a:lnTo>
                    <a:pt x="3076575" y="0"/>
                  </a:lnTo>
                  <a:lnTo>
                    <a:pt x="3083747" y="0"/>
                  </a:lnTo>
                  <a:lnTo>
                    <a:pt x="3090910" y="352"/>
                  </a:lnTo>
                  <a:lnTo>
                    <a:pt x="3098044" y="1057"/>
                  </a:lnTo>
                  <a:lnTo>
                    <a:pt x="3105188" y="1762"/>
                  </a:lnTo>
                  <a:lnTo>
                    <a:pt x="3147031" y="11515"/>
                  </a:lnTo>
                  <a:lnTo>
                    <a:pt x="3179845" y="25869"/>
                  </a:lnTo>
                  <a:lnTo>
                    <a:pt x="3186169" y="29251"/>
                  </a:lnTo>
                  <a:lnTo>
                    <a:pt x="3221097" y="54282"/>
                  </a:lnTo>
                  <a:lnTo>
                    <a:pt x="3231480" y="64169"/>
                  </a:lnTo>
                  <a:lnTo>
                    <a:pt x="3236556" y="69237"/>
                  </a:lnTo>
                  <a:lnTo>
                    <a:pt x="3241367" y="74552"/>
                  </a:lnTo>
                  <a:lnTo>
                    <a:pt x="3245919" y="80095"/>
                  </a:lnTo>
                  <a:lnTo>
                    <a:pt x="3250472" y="85639"/>
                  </a:lnTo>
                  <a:lnTo>
                    <a:pt x="3269780" y="115804"/>
                  </a:lnTo>
                  <a:lnTo>
                    <a:pt x="3273161" y="122129"/>
                  </a:lnTo>
                  <a:lnTo>
                    <a:pt x="3288296" y="162344"/>
                  </a:lnTo>
                  <a:lnTo>
                    <a:pt x="3291439" y="176336"/>
                  </a:lnTo>
                  <a:lnTo>
                    <a:pt x="3292840" y="183375"/>
                  </a:lnTo>
                  <a:lnTo>
                    <a:pt x="3293887" y="190461"/>
                  </a:lnTo>
                  <a:lnTo>
                    <a:pt x="3294592" y="197605"/>
                  </a:lnTo>
                  <a:lnTo>
                    <a:pt x="3295297" y="204739"/>
                  </a:lnTo>
                  <a:lnTo>
                    <a:pt x="3295650" y="211902"/>
                  </a:lnTo>
                  <a:lnTo>
                    <a:pt x="3295650" y="219075"/>
                  </a:lnTo>
                  <a:lnTo>
                    <a:pt x="3295650" y="226247"/>
                  </a:lnTo>
                  <a:lnTo>
                    <a:pt x="3295297" y="233410"/>
                  </a:lnTo>
                  <a:lnTo>
                    <a:pt x="3294592" y="240544"/>
                  </a:lnTo>
                  <a:lnTo>
                    <a:pt x="3293887" y="247688"/>
                  </a:lnTo>
                  <a:lnTo>
                    <a:pt x="3292840" y="254774"/>
                  </a:lnTo>
                  <a:lnTo>
                    <a:pt x="3291439" y="261813"/>
                  </a:lnTo>
                  <a:lnTo>
                    <a:pt x="3290039" y="268852"/>
                  </a:lnTo>
                  <a:lnTo>
                    <a:pt x="3276228" y="309543"/>
                  </a:lnTo>
                  <a:lnTo>
                    <a:pt x="3254740" y="346748"/>
                  </a:lnTo>
                  <a:lnTo>
                    <a:pt x="3245919" y="358054"/>
                  </a:lnTo>
                  <a:lnTo>
                    <a:pt x="3241367" y="363597"/>
                  </a:lnTo>
                  <a:lnTo>
                    <a:pt x="3236556" y="368912"/>
                  </a:lnTo>
                  <a:lnTo>
                    <a:pt x="3231480" y="373980"/>
                  </a:lnTo>
                  <a:lnTo>
                    <a:pt x="3226412" y="379056"/>
                  </a:lnTo>
                  <a:lnTo>
                    <a:pt x="3192322" y="405212"/>
                  </a:lnTo>
                  <a:lnTo>
                    <a:pt x="3153784" y="424214"/>
                  </a:lnTo>
                  <a:lnTo>
                    <a:pt x="3112274" y="435340"/>
                  </a:lnTo>
                  <a:lnTo>
                    <a:pt x="3098044" y="437092"/>
                  </a:lnTo>
                  <a:lnTo>
                    <a:pt x="3090910" y="437797"/>
                  </a:lnTo>
                  <a:lnTo>
                    <a:pt x="3083747" y="438150"/>
                  </a:lnTo>
                  <a:lnTo>
                    <a:pt x="3076575" y="438150"/>
                  </a:lnTo>
                  <a:lnTo>
                    <a:pt x="219075" y="438150"/>
                  </a:lnTo>
                  <a:lnTo>
                    <a:pt x="211902" y="438150"/>
                  </a:lnTo>
                  <a:lnTo>
                    <a:pt x="204739" y="437797"/>
                  </a:lnTo>
                  <a:lnTo>
                    <a:pt x="197605" y="437092"/>
                  </a:lnTo>
                  <a:lnTo>
                    <a:pt x="190461" y="436387"/>
                  </a:lnTo>
                  <a:lnTo>
                    <a:pt x="183375" y="435340"/>
                  </a:lnTo>
                  <a:lnTo>
                    <a:pt x="176336" y="433939"/>
                  </a:lnTo>
                  <a:lnTo>
                    <a:pt x="169297" y="432539"/>
                  </a:lnTo>
                  <a:lnTo>
                    <a:pt x="128606" y="418728"/>
                  </a:lnTo>
                  <a:lnTo>
                    <a:pt x="91401" y="397240"/>
                  </a:lnTo>
                  <a:lnTo>
                    <a:pt x="64169" y="373980"/>
                  </a:lnTo>
                  <a:lnTo>
                    <a:pt x="59093" y="368912"/>
                  </a:lnTo>
                  <a:lnTo>
                    <a:pt x="54282" y="363597"/>
                  </a:lnTo>
                  <a:lnTo>
                    <a:pt x="49730" y="358054"/>
                  </a:lnTo>
                  <a:lnTo>
                    <a:pt x="45177" y="352510"/>
                  </a:lnTo>
                  <a:lnTo>
                    <a:pt x="22488" y="316020"/>
                  </a:lnTo>
                  <a:lnTo>
                    <a:pt x="16678" y="302914"/>
                  </a:lnTo>
                  <a:lnTo>
                    <a:pt x="13925" y="296284"/>
                  </a:lnTo>
                  <a:lnTo>
                    <a:pt x="4210" y="261813"/>
                  </a:lnTo>
                  <a:lnTo>
                    <a:pt x="2809" y="254774"/>
                  </a:lnTo>
                  <a:lnTo>
                    <a:pt x="1762" y="247688"/>
                  </a:lnTo>
                  <a:lnTo>
                    <a:pt x="1057" y="240544"/>
                  </a:lnTo>
                  <a:lnTo>
                    <a:pt x="352" y="233410"/>
                  </a:lnTo>
                  <a:lnTo>
                    <a:pt x="0" y="226247"/>
                  </a:lnTo>
                  <a:lnTo>
                    <a:pt x="0" y="219075"/>
                  </a:lnTo>
                  <a:close/>
                </a:path>
              </a:pathLst>
            </a:custGeom>
            <a:ln w="9525">
              <a:solidFill>
                <a:srgbClr val="BED2D7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10" name="object 10"/>
          <p:cNvSpPr txBox="1"/>
          <p:nvPr/>
        </p:nvSpPr>
        <p:spPr>
          <a:xfrm>
            <a:off x="754653" y="2166715"/>
            <a:ext cx="3007360" cy="3181350"/>
          </a:xfrm>
          <a:prstGeom prst="rect">
            <a:avLst/>
          </a:prstGeom>
        </p:spPr>
        <p:txBody>
          <a:bodyPr wrap="square" lIns="0" tIns="17780" rIns="0" bIns="0" rtlCol="0" vert="horz">
            <a:spAutoFit/>
          </a:bodyPr>
          <a:lstStyle/>
          <a:p>
            <a:pPr algn="ctr" marL="26670">
              <a:lnSpc>
                <a:spcPct val="100000"/>
              </a:lnSpc>
              <a:spcBef>
                <a:spcPts val="140"/>
              </a:spcBef>
            </a:pPr>
            <a:r>
              <a:rPr dirty="0" sz="1700">
                <a:solidFill>
                  <a:srgbClr val="384653"/>
                </a:solidFill>
                <a:latin typeface="Verdana"/>
                <a:cs typeface="Verdana"/>
              </a:rPr>
              <a:t>1</a:t>
            </a:r>
            <a:endParaRPr sz="1700">
              <a:latin typeface="Verdana"/>
              <a:cs typeface="Verdana"/>
            </a:endParaRPr>
          </a:p>
          <a:p>
            <a:pPr marL="12700">
              <a:lnSpc>
                <a:spcPct val="100000"/>
              </a:lnSpc>
              <a:spcBef>
                <a:spcPts val="1810"/>
              </a:spcBef>
            </a:pPr>
            <a:r>
              <a:rPr dirty="0" sz="1450" spc="-75">
                <a:solidFill>
                  <a:srgbClr val="384653"/>
                </a:solidFill>
                <a:latin typeface="Verdana"/>
                <a:cs typeface="Verdana"/>
              </a:rPr>
              <a:t>Planned</a:t>
            </a:r>
            <a:r>
              <a:rPr dirty="0" sz="1450" spc="10">
                <a:solidFill>
                  <a:srgbClr val="384653"/>
                </a:solidFill>
                <a:latin typeface="Verdana"/>
                <a:cs typeface="Verdana"/>
              </a:rPr>
              <a:t> </a:t>
            </a:r>
            <a:r>
              <a:rPr dirty="0" sz="1450" spc="-90">
                <a:solidFill>
                  <a:srgbClr val="384653"/>
                </a:solidFill>
                <a:latin typeface="Verdana"/>
                <a:cs typeface="Verdana"/>
              </a:rPr>
              <a:t>Datacenter</a:t>
            </a:r>
            <a:r>
              <a:rPr dirty="0" sz="1450" spc="15">
                <a:solidFill>
                  <a:srgbClr val="384653"/>
                </a:solidFill>
                <a:latin typeface="Verdana"/>
                <a:cs typeface="Verdana"/>
              </a:rPr>
              <a:t> </a:t>
            </a:r>
            <a:r>
              <a:rPr dirty="0" sz="1450" spc="-10">
                <a:solidFill>
                  <a:srgbClr val="384653"/>
                </a:solidFill>
                <a:latin typeface="Verdana"/>
                <a:cs typeface="Verdana"/>
              </a:rPr>
              <a:t>Downtime</a:t>
            </a:r>
            <a:endParaRPr sz="1450">
              <a:latin typeface="Verdana"/>
              <a:cs typeface="Verdana"/>
            </a:endParaRPr>
          </a:p>
          <a:p>
            <a:pPr marL="12700" marR="5080">
              <a:lnSpc>
                <a:spcPct val="123400"/>
              </a:lnSpc>
              <a:spcBef>
                <a:spcPts val="484"/>
              </a:spcBef>
            </a:pPr>
            <a:r>
              <a:rPr dirty="0" sz="1150" spc="-10">
                <a:solidFill>
                  <a:srgbClr val="384653"/>
                </a:solidFill>
                <a:latin typeface="Trebuchet MS"/>
                <a:cs typeface="Trebuchet MS"/>
              </a:rPr>
              <a:t>All</a:t>
            </a:r>
            <a:r>
              <a:rPr dirty="0" sz="1150" spc="-25">
                <a:solidFill>
                  <a:srgbClr val="384653"/>
                </a:solidFill>
                <a:latin typeface="Trebuchet MS"/>
                <a:cs typeface="Trebuchet MS"/>
              </a:rPr>
              <a:t> </a:t>
            </a:r>
            <a:r>
              <a:rPr dirty="0" sz="1150">
                <a:solidFill>
                  <a:srgbClr val="384653"/>
                </a:solidFill>
                <a:latin typeface="Trebuchet MS"/>
                <a:cs typeface="Trebuchet MS"/>
              </a:rPr>
              <a:t>master</a:t>
            </a:r>
            <a:r>
              <a:rPr dirty="0" sz="1150" spc="-20">
                <a:solidFill>
                  <a:srgbClr val="384653"/>
                </a:solidFill>
                <a:latin typeface="Trebuchet MS"/>
                <a:cs typeface="Trebuchet MS"/>
              </a:rPr>
              <a:t> </a:t>
            </a:r>
            <a:r>
              <a:rPr dirty="0" sz="1150">
                <a:solidFill>
                  <a:srgbClr val="384653"/>
                </a:solidFill>
                <a:latin typeface="Trebuchet MS"/>
                <a:cs typeface="Trebuchet MS"/>
              </a:rPr>
              <a:t>nodes</a:t>
            </a:r>
            <a:r>
              <a:rPr dirty="0" sz="1150" spc="-20">
                <a:solidFill>
                  <a:srgbClr val="384653"/>
                </a:solidFill>
                <a:latin typeface="Trebuchet MS"/>
                <a:cs typeface="Trebuchet MS"/>
              </a:rPr>
              <a:t> </a:t>
            </a:r>
            <a:r>
              <a:rPr dirty="0" sz="1150" spc="-10">
                <a:solidFill>
                  <a:srgbClr val="384653"/>
                </a:solidFill>
                <a:latin typeface="Trebuchet MS"/>
                <a:cs typeface="Trebuchet MS"/>
              </a:rPr>
              <a:t>in</a:t>
            </a:r>
            <a:r>
              <a:rPr dirty="0" sz="1150" spc="-20">
                <a:solidFill>
                  <a:srgbClr val="384653"/>
                </a:solidFill>
                <a:latin typeface="Trebuchet MS"/>
                <a:cs typeface="Trebuchet MS"/>
              </a:rPr>
              <a:t> </a:t>
            </a:r>
            <a:r>
              <a:rPr dirty="0" sz="1150" spc="-30">
                <a:solidFill>
                  <a:srgbClr val="384653"/>
                </a:solidFill>
                <a:latin typeface="Trebuchet MS"/>
                <a:cs typeface="Trebuchet MS"/>
              </a:rPr>
              <a:t>the</a:t>
            </a:r>
            <a:r>
              <a:rPr dirty="0" sz="1150" spc="-25">
                <a:solidFill>
                  <a:srgbClr val="384653"/>
                </a:solidFill>
                <a:latin typeface="Trebuchet MS"/>
                <a:cs typeface="Trebuchet MS"/>
              </a:rPr>
              <a:t> </a:t>
            </a:r>
            <a:r>
              <a:rPr dirty="0" sz="1150">
                <a:solidFill>
                  <a:srgbClr val="384653"/>
                </a:solidFill>
                <a:latin typeface="Trebuchet MS"/>
                <a:cs typeface="Trebuchet MS"/>
              </a:rPr>
              <a:t>impacted</a:t>
            </a:r>
            <a:r>
              <a:rPr dirty="0" sz="1150" spc="-20">
                <a:solidFill>
                  <a:srgbClr val="384653"/>
                </a:solidFill>
                <a:latin typeface="Trebuchet MS"/>
                <a:cs typeface="Trebuchet MS"/>
              </a:rPr>
              <a:t> </a:t>
            </a:r>
            <a:r>
              <a:rPr dirty="0" sz="1150" spc="-10">
                <a:solidFill>
                  <a:srgbClr val="384653"/>
                </a:solidFill>
                <a:latin typeface="Trebuchet MS"/>
                <a:cs typeface="Trebuchet MS"/>
              </a:rPr>
              <a:t>cluster</a:t>
            </a:r>
            <a:r>
              <a:rPr dirty="0" sz="1150" spc="-20">
                <a:solidFill>
                  <a:srgbClr val="384653"/>
                </a:solidFill>
                <a:latin typeface="Trebuchet MS"/>
                <a:cs typeface="Trebuchet MS"/>
              </a:rPr>
              <a:t> will </a:t>
            </a:r>
            <a:r>
              <a:rPr dirty="0" sz="1150">
                <a:solidFill>
                  <a:srgbClr val="384653"/>
                </a:solidFill>
                <a:latin typeface="Trebuchet MS"/>
                <a:cs typeface="Trebuchet MS"/>
              </a:rPr>
              <a:t>be</a:t>
            </a:r>
            <a:r>
              <a:rPr dirty="0" sz="1150" spc="-55">
                <a:solidFill>
                  <a:srgbClr val="384653"/>
                </a:solidFill>
                <a:latin typeface="Trebuchet MS"/>
                <a:cs typeface="Trebuchet MS"/>
              </a:rPr>
              <a:t> </a:t>
            </a:r>
            <a:r>
              <a:rPr dirty="0" sz="1150" spc="-10">
                <a:solidFill>
                  <a:srgbClr val="384653"/>
                </a:solidFill>
                <a:latin typeface="Trebuchet MS"/>
                <a:cs typeface="Trebuchet MS"/>
              </a:rPr>
              <a:t>migrated</a:t>
            </a:r>
            <a:r>
              <a:rPr dirty="0" sz="1150" spc="-55">
                <a:solidFill>
                  <a:srgbClr val="384653"/>
                </a:solidFill>
                <a:latin typeface="Trebuchet MS"/>
                <a:cs typeface="Trebuchet MS"/>
              </a:rPr>
              <a:t> </a:t>
            </a:r>
            <a:r>
              <a:rPr dirty="0" sz="1150" spc="-20">
                <a:solidFill>
                  <a:srgbClr val="384653"/>
                </a:solidFill>
                <a:latin typeface="Trebuchet MS"/>
                <a:cs typeface="Trebuchet MS"/>
              </a:rPr>
              <a:t>to</a:t>
            </a:r>
            <a:r>
              <a:rPr dirty="0" sz="1150" spc="-55">
                <a:solidFill>
                  <a:srgbClr val="384653"/>
                </a:solidFill>
                <a:latin typeface="Trebuchet MS"/>
                <a:cs typeface="Trebuchet MS"/>
              </a:rPr>
              <a:t> </a:t>
            </a:r>
            <a:r>
              <a:rPr dirty="0" sz="1150" spc="-30">
                <a:solidFill>
                  <a:srgbClr val="384653"/>
                </a:solidFill>
                <a:latin typeface="Trebuchet MS"/>
                <a:cs typeface="Trebuchet MS"/>
              </a:rPr>
              <a:t>the</a:t>
            </a:r>
            <a:r>
              <a:rPr dirty="0" sz="1150" spc="-55">
                <a:solidFill>
                  <a:srgbClr val="384653"/>
                </a:solidFill>
                <a:latin typeface="Trebuchet MS"/>
                <a:cs typeface="Trebuchet MS"/>
              </a:rPr>
              <a:t> </a:t>
            </a:r>
            <a:r>
              <a:rPr dirty="0" sz="1150" spc="-10">
                <a:solidFill>
                  <a:srgbClr val="384653"/>
                </a:solidFill>
                <a:latin typeface="Trebuchet MS"/>
                <a:cs typeface="Trebuchet MS"/>
              </a:rPr>
              <a:t>operational</a:t>
            </a:r>
            <a:r>
              <a:rPr dirty="0" sz="1150" spc="-55">
                <a:solidFill>
                  <a:srgbClr val="384653"/>
                </a:solidFill>
                <a:latin typeface="Trebuchet MS"/>
                <a:cs typeface="Trebuchet MS"/>
              </a:rPr>
              <a:t> </a:t>
            </a:r>
            <a:r>
              <a:rPr dirty="0" sz="1150" spc="-20">
                <a:solidFill>
                  <a:srgbClr val="384653"/>
                </a:solidFill>
                <a:latin typeface="Trebuchet MS"/>
                <a:cs typeface="Trebuchet MS"/>
              </a:rPr>
              <a:t>side,</a:t>
            </a:r>
            <a:r>
              <a:rPr dirty="0" sz="1150" spc="-50">
                <a:solidFill>
                  <a:srgbClr val="384653"/>
                </a:solidFill>
                <a:latin typeface="Trebuchet MS"/>
                <a:cs typeface="Trebuchet MS"/>
              </a:rPr>
              <a:t> </a:t>
            </a:r>
            <a:r>
              <a:rPr dirty="0" sz="1150" spc="-10">
                <a:solidFill>
                  <a:srgbClr val="384653"/>
                </a:solidFill>
                <a:latin typeface="Trebuchet MS"/>
                <a:cs typeface="Trebuchet MS"/>
              </a:rPr>
              <a:t>turning </a:t>
            </a:r>
            <a:r>
              <a:rPr dirty="0" sz="1150">
                <a:solidFill>
                  <a:srgbClr val="384653"/>
                </a:solidFill>
                <a:latin typeface="Trebuchet MS"/>
                <a:cs typeface="Trebuchet MS"/>
              </a:rPr>
              <a:t>down</a:t>
            </a:r>
            <a:r>
              <a:rPr dirty="0" sz="1150" spc="-10">
                <a:solidFill>
                  <a:srgbClr val="384653"/>
                </a:solidFill>
                <a:latin typeface="Trebuchet MS"/>
                <a:cs typeface="Trebuchet MS"/>
              </a:rPr>
              <a:t> </a:t>
            </a:r>
            <a:r>
              <a:rPr dirty="0" sz="1150">
                <a:solidFill>
                  <a:srgbClr val="384653"/>
                </a:solidFill>
                <a:latin typeface="Trebuchet MS"/>
                <a:cs typeface="Trebuchet MS"/>
              </a:rPr>
              <a:t>masters</a:t>
            </a:r>
            <a:r>
              <a:rPr dirty="0" sz="1150" spc="-10">
                <a:solidFill>
                  <a:srgbClr val="384653"/>
                </a:solidFill>
                <a:latin typeface="Trebuchet MS"/>
                <a:cs typeface="Trebuchet MS"/>
              </a:rPr>
              <a:t> in</a:t>
            </a:r>
            <a:r>
              <a:rPr dirty="0" sz="1150" spc="-5">
                <a:solidFill>
                  <a:srgbClr val="384653"/>
                </a:solidFill>
                <a:latin typeface="Trebuchet MS"/>
                <a:cs typeface="Trebuchet MS"/>
              </a:rPr>
              <a:t> </a:t>
            </a:r>
            <a:r>
              <a:rPr dirty="0" sz="1150" spc="-30">
                <a:solidFill>
                  <a:srgbClr val="384653"/>
                </a:solidFill>
                <a:latin typeface="Trebuchet MS"/>
                <a:cs typeface="Trebuchet MS"/>
              </a:rPr>
              <a:t>the</a:t>
            </a:r>
            <a:r>
              <a:rPr dirty="0" sz="1150" spc="-10">
                <a:solidFill>
                  <a:srgbClr val="384653"/>
                </a:solidFill>
                <a:latin typeface="Trebuchet MS"/>
                <a:cs typeface="Trebuchet MS"/>
              </a:rPr>
              <a:t> </a:t>
            </a:r>
            <a:r>
              <a:rPr dirty="0" sz="1150">
                <a:solidFill>
                  <a:srgbClr val="384653"/>
                </a:solidFill>
                <a:latin typeface="Trebuchet MS"/>
                <a:cs typeface="Trebuchet MS"/>
              </a:rPr>
              <a:t>maintenance</a:t>
            </a:r>
            <a:r>
              <a:rPr dirty="0" sz="1150" spc="-10">
                <a:solidFill>
                  <a:srgbClr val="384653"/>
                </a:solidFill>
                <a:latin typeface="Trebuchet MS"/>
                <a:cs typeface="Trebuchet MS"/>
              </a:rPr>
              <a:t> </a:t>
            </a:r>
            <a:r>
              <a:rPr dirty="0" sz="1150">
                <a:solidFill>
                  <a:srgbClr val="384653"/>
                </a:solidFill>
                <a:latin typeface="Trebuchet MS"/>
                <a:cs typeface="Trebuchet MS"/>
              </a:rPr>
              <a:t>DC.</a:t>
            </a:r>
            <a:r>
              <a:rPr dirty="0" sz="1150" spc="-5">
                <a:solidFill>
                  <a:srgbClr val="384653"/>
                </a:solidFill>
                <a:latin typeface="Trebuchet MS"/>
                <a:cs typeface="Trebuchet MS"/>
              </a:rPr>
              <a:t> </a:t>
            </a:r>
            <a:r>
              <a:rPr dirty="0" sz="1150" spc="80">
                <a:solidFill>
                  <a:srgbClr val="384653"/>
                </a:solidFill>
                <a:latin typeface="Trebuchet MS"/>
                <a:cs typeface="Trebuchet MS"/>
              </a:rPr>
              <a:t>A</a:t>
            </a:r>
            <a:r>
              <a:rPr dirty="0" sz="1150" spc="-10">
                <a:solidFill>
                  <a:srgbClr val="384653"/>
                </a:solidFill>
                <a:latin typeface="Trebuchet MS"/>
                <a:cs typeface="Trebuchet MS"/>
              </a:rPr>
              <a:t> </a:t>
            </a:r>
            <a:r>
              <a:rPr dirty="0" sz="1150" spc="-20">
                <a:solidFill>
                  <a:srgbClr val="384653"/>
                </a:solidFill>
                <a:latin typeface="Trebuchet MS"/>
                <a:cs typeface="Trebuchet MS"/>
              </a:rPr>
              <a:t>'grey </a:t>
            </a:r>
            <a:r>
              <a:rPr dirty="0" sz="1150">
                <a:solidFill>
                  <a:srgbClr val="384653"/>
                </a:solidFill>
                <a:latin typeface="Trebuchet MS"/>
                <a:cs typeface="Trebuchet MS"/>
              </a:rPr>
              <a:t>master'</a:t>
            </a:r>
            <a:r>
              <a:rPr dirty="0" sz="1150" spc="-25">
                <a:solidFill>
                  <a:srgbClr val="384653"/>
                </a:solidFill>
                <a:latin typeface="Trebuchet MS"/>
                <a:cs typeface="Trebuchet MS"/>
              </a:rPr>
              <a:t> </a:t>
            </a:r>
            <a:r>
              <a:rPr dirty="0" sz="1150" spc="-40">
                <a:solidFill>
                  <a:srgbClr val="384653"/>
                </a:solidFill>
                <a:latin typeface="Trebuchet MS"/>
                <a:cs typeface="Trebuchet MS"/>
              </a:rPr>
              <a:t>will</a:t>
            </a:r>
            <a:r>
              <a:rPr dirty="0" sz="1150" spc="-25">
                <a:solidFill>
                  <a:srgbClr val="384653"/>
                </a:solidFill>
                <a:latin typeface="Trebuchet MS"/>
                <a:cs typeface="Trebuchet MS"/>
              </a:rPr>
              <a:t> </a:t>
            </a:r>
            <a:r>
              <a:rPr dirty="0" sz="1150">
                <a:solidFill>
                  <a:srgbClr val="384653"/>
                </a:solidFill>
                <a:latin typeface="Trebuchet MS"/>
                <a:cs typeface="Trebuchet MS"/>
              </a:rPr>
              <a:t>be</a:t>
            </a:r>
            <a:r>
              <a:rPr dirty="0" sz="1150" spc="-25">
                <a:solidFill>
                  <a:srgbClr val="384653"/>
                </a:solidFill>
                <a:latin typeface="Trebuchet MS"/>
                <a:cs typeface="Trebuchet MS"/>
              </a:rPr>
              <a:t> </a:t>
            </a:r>
            <a:r>
              <a:rPr dirty="0" sz="1150" spc="-10">
                <a:solidFill>
                  <a:srgbClr val="384653"/>
                </a:solidFill>
                <a:latin typeface="Trebuchet MS"/>
                <a:cs typeface="Trebuchet MS"/>
              </a:rPr>
              <a:t>enabled</a:t>
            </a:r>
            <a:r>
              <a:rPr dirty="0" sz="1150" spc="-25">
                <a:solidFill>
                  <a:srgbClr val="384653"/>
                </a:solidFill>
                <a:latin typeface="Trebuchet MS"/>
                <a:cs typeface="Trebuchet MS"/>
              </a:rPr>
              <a:t> </a:t>
            </a:r>
            <a:r>
              <a:rPr dirty="0" sz="1150" spc="-40">
                <a:solidFill>
                  <a:srgbClr val="384653"/>
                </a:solidFill>
                <a:latin typeface="Trebuchet MS"/>
                <a:cs typeface="Trebuchet MS"/>
              </a:rPr>
              <a:t>if</a:t>
            </a:r>
            <a:r>
              <a:rPr dirty="0" sz="1150" spc="-20">
                <a:solidFill>
                  <a:srgbClr val="384653"/>
                </a:solidFill>
                <a:latin typeface="Trebuchet MS"/>
                <a:cs typeface="Trebuchet MS"/>
              </a:rPr>
              <a:t> </a:t>
            </a:r>
            <a:r>
              <a:rPr dirty="0" sz="1150" spc="-35">
                <a:solidFill>
                  <a:srgbClr val="384653"/>
                </a:solidFill>
                <a:latin typeface="Trebuchet MS"/>
                <a:cs typeface="Trebuchet MS"/>
              </a:rPr>
              <a:t>that</a:t>
            </a:r>
            <a:r>
              <a:rPr dirty="0" sz="1150" spc="-25">
                <a:solidFill>
                  <a:srgbClr val="384653"/>
                </a:solidFill>
                <a:latin typeface="Trebuchet MS"/>
                <a:cs typeface="Trebuchet MS"/>
              </a:rPr>
              <a:t> </a:t>
            </a:r>
            <a:r>
              <a:rPr dirty="0" sz="1150">
                <a:solidFill>
                  <a:srgbClr val="384653"/>
                </a:solidFill>
                <a:latin typeface="Trebuchet MS"/>
                <a:cs typeface="Trebuchet MS"/>
              </a:rPr>
              <a:t>side</a:t>
            </a:r>
            <a:r>
              <a:rPr dirty="0" sz="1150" spc="-25">
                <a:solidFill>
                  <a:srgbClr val="384653"/>
                </a:solidFill>
                <a:latin typeface="Trebuchet MS"/>
                <a:cs typeface="Trebuchet MS"/>
              </a:rPr>
              <a:t> </a:t>
            </a:r>
            <a:r>
              <a:rPr dirty="0" sz="1150" spc="-10">
                <a:solidFill>
                  <a:srgbClr val="384653"/>
                </a:solidFill>
                <a:latin typeface="Trebuchet MS"/>
                <a:cs typeface="Trebuchet MS"/>
              </a:rPr>
              <a:t>remains</a:t>
            </a:r>
            <a:r>
              <a:rPr dirty="0" sz="1150" spc="500">
                <a:solidFill>
                  <a:srgbClr val="384653"/>
                </a:solidFill>
                <a:latin typeface="Trebuchet MS"/>
                <a:cs typeface="Trebuchet MS"/>
              </a:rPr>
              <a:t> </a:t>
            </a:r>
            <a:r>
              <a:rPr dirty="0" sz="1150" spc="-60">
                <a:solidFill>
                  <a:srgbClr val="384653"/>
                </a:solidFill>
                <a:latin typeface="Trebuchet MS"/>
                <a:cs typeface="Trebuchet MS"/>
              </a:rPr>
              <a:t>up,</a:t>
            </a:r>
            <a:r>
              <a:rPr dirty="0" sz="1150" spc="-25">
                <a:solidFill>
                  <a:srgbClr val="384653"/>
                </a:solidFill>
                <a:latin typeface="Trebuchet MS"/>
                <a:cs typeface="Trebuchet MS"/>
              </a:rPr>
              <a:t> </a:t>
            </a:r>
            <a:r>
              <a:rPr dirty="0" sz="1150">
                <a:solidFill>
                  <a:srgbClr val="384653"/>
                </a:solidFill>
                <a:latin typeface="Trebuchet MS"/>
                <a:cs typeface="Trebuchet MS"/>
              </a:rPr>
              <a:t>ensuring</a:t>
            </a:r>
            <a:r>
              <a:rPr dirty="0" sz="1150" spc="-20">
                <a:solidFill>
                  <a:srgbClr val="384653"/>
                </a:solidFill>
                <a:latin typeface="Trebuchet MS"/>
                <a:cs typeface="Trebuchet MS"/>
              </a:rPr>
              <a:t> </a:t>
            </a:r>
            <a:r>
              <a:rPr dirty="0" sz="1150" spc="-30">
                <a:solidFill>
                  <a:srgbClr val="384653"/>
                </a:solidFill>
                <a:latin typeface="Trebuchet MS"/>
                <a:cs typeface="Trebuchet MS"/>
              </a:rPr>
              <a:t>the</a:t>
            </a:r>
            <a:r>
              <a:rPr dirty="0" sz="1150" spc="-25">
                <a:solidFill>
                  <a:srgbClr val="384653"/>
                </a:solidFill>
                <a:latin typeface="Trebuchet MS"/>
                <a:cs typeface="Trebuchet MS"/>
              </a:rPr>
              <a:t> </a:t>
            </a:r>
            <a:r>
              <a:rPr dirty="0" sz="1150" spc="-10">
                <a:solidFill>
                  <a:srgbClr val="384653"/>
                </a:solidFill>
                <a:latin typeface="Trebuchet MS"/>
                <a:cs typeface="Trebuchet MS"/>
              </a:rPr>
              <a:t>cluster</a:t>
            </a:r>
            <a:r>
              <a:rPr dirty="0" sz="1150" spc="-20">
                <a:solidFill>
                  <a:srgbClr val="384653"/>
                </a:solidFill>
                <a:latin typeface="Trebuchet MS"/>
                <a:cs typeface="Trebuchet MS"/>
              </a:rPr>
              <a:t> </a:t>
            </a:r>
            <a:r>
              <a:rPr dirty="0" sz="1150">
                <a:solidFill>
                  <a:srgbClr val="384653"/>
                </a:solidFill>
                <a:latin typeface="Trebuchet MS"/>
                <a:cs typeface="Trebuchet MS"/>
              </a:rPr>
              <a:t>operates</a:t>
            </a:r>
            <a:r>
              <a:rPr dirty="0" sz="1150" spc="-25">
                <a:solidFill>
                  <a:srgbClr val="384653"/>
                </a:solidFill>
                <a:latin typeface="Trebuchet MS"/>
                <a:cs typeface="Trebuchet MS"/>
              </a:rPr>
              <a:t> with</a:t>
            </a:r>
            <a:r>
              <a:rPr dirty="0" sz="1150" spc="-20">
                <a:solidFill>
                  <a:srgbClr val="384653"/>
                </a:solidFill>
                <a:latin typeface="Trebuchet MS"/>
                <a:cs typeface="Trebuchet MS"/>
              </a:rPr>
              <a:t> </a:t>
            </a:r>
            <a:r>
              <a:rPr dirty="0" sz="1150" spc="-50">
                <a:solidFill>
                  <a:srgbClr val="384653"/>
                </a:solidFill>
                <a:latin typeface="Trebuchet MS"/>
                <a:cs typeface="Trebuchet MS"/>
              </a:rPr>
              <a:t>3 </a:t>
            </a:r>
            <a:r>
              <a:rPr dirty="0" sz="1150">
                <a:solidFill>
                  <a:srgbClr val="384653"/>
                </a:solidFill>
                <a:latin typeface="Trebuchet MS"/>
                <a:cs typeface="Trebuchet MS"/>
              </a:rPr>
              <a:t>master</a:t>
            </a:r>
            <a:r>
              <a:rPr dirty="0" sz="1150" spc="30">
                <a:solidFill>
                  <a:srgbClr val="384653"/>
                </a:solidFill>
                <a:latin typeface="Trebuchet MS"/>
                <a:cs typeface="Trebuchet MS"/>
              </a:rPr>
              <a:t> </a:t>
            </a:r>
            <a:r>
              <a:rPr dirty="0" sz="1150">
                <a:solidFill>
                  <a:srgbClr val="384653"/>
                </a:solidFill>
                <a:latin typeface="Trebuchet MS"/>
                <a:cs typeface="Trebuchet MS"/>
              </a:rPr>
              <a:t>nodes.</a:t>
            </a:r>
            <a:r>
              <a:rPr dirty="0" sz="1150" spc="30">
                <a:solidFill>
                  <a:srgbClr val="384653"/>
                </a:solidFill>
                <a:latin typeface="Trebuchet MS"/>
                <a:cs typeface="Trebuchet MS"/>
              </a:rPr>
              <a:t> </a:t>
            </a:r>
            <a:r>
              <a:rPr dirty="0" sz="1150">
                <a:solidFill>
                  <a:srgbClr val="384653"/>
                </a:solidFill>
                <a:latin typeface="Trebuchet MS"/>
                <a:cs typeface="Trebuchet MS"/>
              </a:rPr>
              <a:t>Adequate</a:t>
            </a:r>
            <a:r>
              <a:rPr dirty="0" sz="1150" spc="30">
                <a:solidFill>
                  <a:srgbClr val="384653"/>
                </a:solidFill>
                <a:latin typeface="Trebuchet MS"/>
                <a:cs typeface="Trebuchet MS"/>
              </a:rPr>
              <a:t> </a:t>
            </a:r>
            <a:r>
              <a:rPr dirty="0" sz="1150">
                <a:solidFill>
                  <a:srgbClr val="384653"/>
                </a:solidFill>
                <a:latin typeface="Trebuchet MS"/>
                <a:cs typeface="Trebuchet MS"/>
              </a:rPr>
              <a:t>space</a:t>
            </a:r>
            <a:r>
              <a:rPr dirty="0" sz="1150" spc="30">
                <a:solidFill>
                  <a:srgbClr val="384653"/>
                </a:solidFill>
                <a:latin typeface="Trebuchet MS"/>
                <a:cs typeface="Trebuchet MS"/>
              </a:rPr>
              <a:t> </a:t>
            </a:r>
            <a:r>
              <a:rPr dirty="0" sz="1150" spc="-25">
                <a:solidFill>
                  <a:srgbClr val="384653"/>
                </a:solidFill>
                <a:latin typeface="Trebuchet MS"/>
                <a:cs typeface="Trebuchet MS"/>
              </a:rPr>
              <a:t>and</a:t>
            </a:r>
            <a:r>
              <a:rPr dirty="0" sz="1150">
                <a:solidFill>
                  <a:srgbClr val="384653"/>
                </a:solidFill>
                <a:latin typeface="Trebuchet MS"/>
                <a:cs typeface="Trebuchet MS"/>
              </a:rPr>
              <a:t> processing</a:t>
            </a:r>
            <a:r>
              <a:rPr dirty="0" sz="1150" spc="35">
                <a:solidFill>
                  <a:srgbClr val="384653"/>
                </a:solidFill>
                <a:latin typeface="Trebuchet MS"/>
                <a:cs typeface="Trebuchet MS"/>
              </a:rPr>
              <a:t> </a:t>
            </a:r>
            <a:r>
              <a:rPr dirty="0" sz="1150">
                <a:solidFill>
                  <a:srgbClr val="384653"/>
                </a:solidFill>
                <a:latin typeface="Trebuchet MS"/>
                <a:cs typeface="Trebuchet MS"/>
              </a:rPr>
              <a:t>capacity</a:t>
            </a:r>
            <a:r>
              <a:rPr dirty="0" sz="1150" spc="35">
                <a:solidFill>
                  <a:srgbClr val="384653"/>
                </a:solidFill>
                <a:latin typeface="Trebuchet MS"/>
                <a:cs typeface="Trebuchet MS"/>
              </a:rPr>
              <a:t> </a:t>
            </a:r>
            <a:r>
              <a:rPr dirty="0" sz="1150">
                <a:solidFill>
                  <a:srgbClr val="384653"/>
                </a:solidFill>
                <a:latin typeface="Trebuchet MS"/>
                <a:cs typeface="Trebuchet MS"/>
              </a:rPr>
              <a:t>(nodes</a:t>
            </a:r>
            <a:r>
              <a:rPr dirty="0" sz="1150" spc="35">
                <a:solidFill>
                  <a:srgbClr val="384653"/>
                </a:solidFill>
                <a:latin typeface="Trebuchet MS"/>
                <a:cs typeface="Trebuchet MS"/>
              </a:rPr>
              <a:t> </a:t>
            </a:r>
            <a:r>
              <a:rPr dirty="0" sz="1150">
                <a:solidFill>
                  <a:srgbClr val="384653"/>
                </a:solidFill>
                <a:latin typeface="Trebuchet MS"/>
                <a:cs typeface="Trebuchet MS"/>
              </a:rPr>
              <a:t>running</a:t>
            </a:r>
            <a:r>
              <a:rPr dirty="0" sz="1150" spc="35">
                <a:solidFill>
                  <a:srgbClr val="384653"/>
                </a:solidFill>
                <a:latin typeface="Trebuchet MS"/>
                <a:cs typeface="Trebuchet MS"/>
              </a:rPr>
              <a:t> </a:t>
            </a:r>
            <a:r>
              <a:rPr dirty="0" sz="1150" spc="-20">
                <a:solidFill>
                  <a:srgbClr val="384653"/>
                </a:solidFill>
                <a:latin typeface="Trebuchet MS"/>
                <a:cs typeface="Trebuchet MS"/>
              </a:rPr>
              <a:t>at</a:t>
            </a:r>
            <a:r>
              <a:rPr dirty="0" sz="1150" spc="35">
                <a:solidFill>
                  <a:srgbClr val="384653"/>
                </a:solidFill>
                <a:latin typeface="Trebuchet MS"/>
                <a:cs typeface="Trebuchet MS"/>
              </a:rPr>
              <a:t> </a:t>
            </a:r>
            <a:r>
              <a:rPr dirty="0" sz="1150" spc="-25">
                <a:solidFill>
                  <a:srgbClr val="384653"/>
                </a:solidFill>
                <a:latin typeface="Trebuchet MS"/>
                <a:cs typeface="Trebuchet MS"/>
              </a:rPr>
              <a:t>no </a:t>
            </a:r>
            <a:r>
              <a:rPr dirty="0" sz="1150">
                <a:solidFill>
                  <a:srgbClr val="384653"/>
                </a:solidFill>
                <a:latin typeface="Trebuchet MS"/>
                <a:cs typeface="Trebuchet MS"/>
              </a:rPr>
              <a:t>more</a:t>
            </a:r>
            <a:r>
              <a:rPr dirty="0" sz="1150" spc="-60">
                <a:solidFill>
                  <a:srgbClr val="384653"/>
                </a:solidFill>
                <a:latin typeface="Trebuchet MS"/>
                <a:cs typeface="Trebuchet MS"/>
              </a:rPr>
              <a:t> </a:t>
            </a:r>
            <a:r>
              <a:rPr dirty="0" sz="1150">
                <a:solidFill>
                  <a:srgbClr val="384653"/>
                </a:solidFill>
                <a:latin typeface="Trebuchet MS"/>
                <a:cs typeface="Trebuchet MS"/>
              </a:rPr>
              <a:t>than</a:t>
            </a:r>
            <a:r>
              <a:rPr dirty="0" sz="1150" spc="-60">
                <a:solidFill>
                  <a:srgbClr val="384653"/>
                </a:solidFill>
                <a:latin typeface="Trebuchet MS"/>
                <a:cs typeface="Trebuchet MS"/>
              </a:rPr>
              <a:t> </a:t>
            </a:r>
            <a:r>
              <a:rPr dirty="0" sz="1150" spc="85">
                <a:solidFill>
                  <a:srgbClr val="384653"/>
                </a:solidFill>
                <a:latin typeface="Trebuchet MS"/>
                <a:cs typeface="Trebuchet MS"/>
              </a:rPr>
              <a:t>40%</a:t>
            </a:r>
            <a:r>
              <a:rPr dirty="0" sz="1150" spc="-55">
                <a:solidFill>
                  <a:srgbClr val="384653"/>
                </a:solidFill>
                <a:latin typeface="Trebuchet MS"/>
                <a:cs typeface="Trebuchet MS"/>
              </a:rPr>
              <a:t> </a:t>
            </a:r>
            <a:r>
              <a:rPr dirty="0" sz="1150">
                <a:solidFill>
                  <a:srgbClr val="384653"/>
                </a:solidFill>
                <a:latin typeface="Trebuchet MS"/>
                <a:cs typeface="Trebuchet MS"/>
              </a:rPr>
              <a:t>capacity)</a:t>
            </a:r>
            <a:r>
              <a:rPr dirty="0" sz="1150" spc="-60">
                <a:solidFill>
                  <a:srgbClr val="384653"/>
                </a:solidFill>
                <a:latin typeface="Trebuchet MS"/>
                <a:cs typeface="Trebuchet MS"/>
              </a:rPr>
              <a:t> </a:t>
            </a:r>
            <a:r>
              <a:rPr dirty="0" sz="1150" spc="-20">
                <a:solidFill>
                  <a:srgbClr val="384653"/>
                </a:solidFill>
                <a:latin typeface="Trebuchet MS"/>
                <a:cs typeface="Trebuchet MS"/>
              </a:rPr>
              <a:t>are</a:t>
            </a:r>
            <a:r>
              <a:rPr dirty="0" sz="1150" spc="-60">
                <a:solidFill>
                  <a:srgbClr val="384653"/>
                </a:solidFill>
                <a:latin typeface="Trebuchet MS"/>
                <a:cs typeface="Trebuchet MS"/>
              </a:rPr>
              <a:t> </a:t>
            </a:r>
            <a:r>
              <a:rPr dirty="0" sz="1150" spc="-25">
                <a:solidFill>
                  <a:srgbClr val="384653"/>
                </a:solidFill>
                <a:latin typeface="Trebuchet MS"/>
                <a:cs typeface="Trebuchet MS"/>
              </a:rPr>
              <a:t>required</a:t>
            </a:r>
            <a:r>
              <a:rPr dirty="0" sz="1150" spc="-55">
                <a:solidFill>
                  <a:srgbClr val="384653"/>
                </a:solidFill>
                <a:latin typeface="Trebuchet MS"/>
                <a:cs typeface="Trebuchet MS"/>
              </a:rPr>
              <a:t> </a:t>
            </a:r>
            <a:r>
              <a:rPr dirty="0" sz="1150" spc="-25">
                <a:solidFill>
                  <a:srgbClr val="384653"/>
                </a:solidFill>
                <a:latin typeface="Trebuchet MS"/>
                <a:cs typeface="Trebuchet MS"/>
              </a:rPr>
              <a:t>to </a:t>
            </a:r>
            <a:r>
              <a:rPr dirty="0" sz="1150">
                <a:solidFill>
                  <a:srgbClr val="384653"/>
                </a:solidFill>
                <a:latin typeface="Trebuchet MS"/>
                <a:cs typeface="Trebuchet MS"/>
              </a:rPr>
              <a:t>handle</a:t>
            </a:r>
            <a:r>
              <a:rPr dirty="0" sz="1150" spc="-40">
                <a:solidFill>
                  <a:srgbClr val="384653"/>
                </a:solidFill>
                <a:latin typeface="Trebuchet MS"/>
                <a:cs typeface="Trebuchet MS"/>
              </a:rPr>
              <a:t> </a:t>
            </a:r>
            <a:r>
              <a:rPr dirty="0" sz="1150">
                <a:solidFill>
                  <a:srgbClr val="384653"/>
                </a:solidFill>
                <a:latin typeface="Trebuchet MS"/>
                <a:cs typeface="Trebuchet MS"/>
              </a:rPr>
              <a:t>2x</a:t>
            </a:r>
            <a:r>
              <a:rPr dirty="0" sz="1150" spc="-40">
                <a:solidFill>
                  <a:srgbClr val="384653"/>
                </a:solidFill>
                <a:latin typeface="Trebuchet MS"/>
                <a:cs typeface="Trebuchet MS"/>
              </a:rPr>
              <a:t> </a:t>
            </a:r>
            <a:r>
              <a:rPr dirty="0" sz="1150" spc="-10">
                <a:solidFill>
                  <a:srgbClr val="384653"/>
                </a:solidFill>
                <a:latin typeface="Trebuchet MS"/>
                <a:cs typeface="Trebuchet MS"/>
              </a:rPr>
              <a:t>volume.</a:t>
            </a:r>
            <a:r>
              <a:rPr dirty="0" sz="1150" spc="-40">
                <a:solidFill>
                  <a:srgbClr val="384653"/>
                </a:solidFill>
                <a:latin typeface="Trebuchet MS"/>
                <a:cs typeface="Trebuchet MS"/>
              </a:rPr>
              <a:t> </a:t>
            </a:r>
            <a:r>
              <a:rPr dirty="0" sz="1150">
                <a:solidFill>
                  <a:srgbClr val="384653"/>
                </a:solidFill>
                <a:latin typeface="Trebuchet MS"/>
                <a:cs typeface="Trebuchet MS"/>
              </a:rPr>
              <a:t>Failback</a:t>
            </a:r>
            <a:r>
              <a:rPr dirty="0" sz="1150" spc="-35">
                <a:solidFill>
                  <a:srgbClr val="384653"/>
                </a:solidFill>
                <a:latin typeface="Trebuchet MS"/>
                <a:cs typeface="Trebuchet MS"/>
              </a:rPr>
              <a:t> </a:t>
            </a:r>
            <a:r>
              <a:rPr dirty="0" sz="1150">
                <a:solidFill>
                  <a:srgbClr val="384653"/>
                </a:solidFill>
                <a:latin typeface="Trebuchet MS"/>
                <a:cs typeface="Trebuchet MS"/>
              </a:rPr>
              <a:t>involves</a:t>
            </a:r>
            <a:r>
              <a:rPr dirty="0" sz="1150" spc="-40">
                <a:solidFill>
                  <a:srgbClr val="384653"/>
                </a:solidFill>
                <a:latin typeface="Trebuchet MS"/>
                <a:cs typeface="Trebuchet MS"/>
              </a:rPr>
              <a:t> </a:t>
            </a:r>
            <a:r>
              <a:rPr dirty="0" sz="1150" spc="-10">
                <a:solidFill>
                  <a:srgbClr val="384653"/>
                </a:solidFill>
                <a:latin typeface="Trebuchet MS"/>
                <a:cs typeface="Trebuchet MS"/>
              </a:rPr>
              <a:t>removing </a:t>
            </a:r>
            <a:r>
              <a:rPr dirty="0" sz="1150" spc="-30">
                <a:solidFill>
                  <a:srgbClr val="384653"/>
                </a:solidFill>
                <a:latin typeface="Trebuchet MS"/>
                <a:cs typeface="Trebuchet MS"/>
              </a:rPr>
              <a:t>the </a:t>
            </a:r>
            <a:r>
              <a:rPr dirty="0" sz="1150" spc="-10">
                <a:solidFill>
                  <a:srgbClr val="384653"/>
                </a:solidFill>
                <a:latin typeface="Trebuchet MS"/>
                <a:cs typeface="Trebuchet MS"/>
              </a:rPr>
              <a:t>'grey'</a:t>
            </a:r>
            <a:r>
              <a:rPr dirty="0" sz="1150" spc="-30">
                <a:solidFill>
                  <a:srgbClr val="384653"/>
                </a:solidFill>
                <a:latin typeface="Trebuchet MS"/>
                <a:cs typeface="Trebuchet MS"/>
              </a:rPr>
              <a:t> </a:t>
            </a:r>
            <a:r>
              <a:rPr dirty="0" sz="1150">
                <a:solidFill>
                  <a:srgbClr val="384653"/>
                </a:solidFill>
                <a:latin typeface="Trebuchet MS"/>
                <a:cs typeface="Trebuchet MS"/>
              </a:rPr>
              <a:t>master</a:t>
            </a:r>
            <a:r>
              <a:rPr dirty="0" sz="1150" spc="-30">
                <a:solidFill>
                  <a:srgbClr val="384653"/>
                </a:solidFill>
                <a:latin typeface="Trebuchet MS"/>
                <a:cs typeface="Trebuchet MS"/>
              </a:rPr>
              <a:t> </a:t>
            </a:r>
            <a:r>
              <a:rPr dirty="0" sz="1150">
                <a:solidFill>
                  <a:srgbClr val="384653"/>
                </a:solidFill>
                <a:latin typeface="Trebuchet MS"/>
                <a:cs typeface="Trebuchet MS"/>
              </a:rPr>
              <a:t>and</a:t>
            </a:r>
            <a:r>
              <a:rPr dirty="0" sz="1150" spc="-30">
                <a:solidFill>
                  <a:srgbClr val="384653"/>
                </a:solidFill>
                <a:latin typeface="Trebuchet MS"/>
                <a:cs typeface="Trebuchet MS"/>
              </a:rPr>
              <a:t> </a:t>
            </a:r>
            <a:r>
              <a:rPr dirty="0" sz="1150" spc="-20">
                <a:solidFill>
                  <a:srgbClr val="384653"/>
                </a:solidFill>
                <a:latin typeface="Trebuchet MS"/>
                <a:cs typeface="Trebuchet MS"/>
              </a:rPr>
              <a:t>returning</a:t>
            </a:r>
            <a:r>
              <a:rPr dirty="0" sz="1150" spc="-30">
                <a:solidFill>
                  <a:srgbClr val="384653"/>
                </a:solidFill>
                <a:latin typeface="Trebuchet MS"/>
                <a:cs typeface="Trebuchet MS"/>
              </a:rPr>
              <a:t> </a:t>
            </a:r>
            <a:r>
              <a:rPr dirty="0" sz="1150" spc="-20">
                <a:solidFill>
                  <a:srgbClr val="384653"/>
                </a:solidFill>
                <a:latin typeface="Trebuchet MS"/>
                <a:cs typeface="Trebuchet MS"/>
              </a:rPr>
              <a:t>to</a:t>
            </a:r>
            <a:r>
              <a:rPr dirty="0" sz="1150" spc="-30">
                <a:solidFill>
                  <a:srgbClr val="384653"/>
                </a:solidFill>
                <a:latin typeface="Trebuchet MS"/>
                <a:cs typeface="Trebuchet MS"/>
              </a:rPr>
              <a:t> </a:t>
            </a:r>
            <a:r>
              <a:rPr dirty="0" sz="1150" spc="-10">
                <a:solidFill>
                  <a:srgbClr val="384653"/>
                </a:solidFill>
                <a:latin typeface="Trebuchet MS"/>
                <a:cs typeface="Trebuchet MS"/>
              </a:rPr>
              <a:t>steady</a:t>
            </a:r>
            <a:r>
              <a:rPr dirty="0" sz="1150" spc="500">
                <a:solidFill>
                  <a:srgbClr val="384653"/>
                </a:solidFill>
                <a:latin typeface="Trebuchet MS"/>
                <a:cs typeface="Trebuchet MS"/>
              </a:rPr>
              <a:t> </a:t>
            </a:r>
            <a:r>
              <a:rPr dirty="0" sz="1150" spc="-10">
                <a:solidFill>
                  <a:srgbClr val="384653"/>
                </a:solidFill>
                <a:latin typeface="Trebuchet MS"/>
                <a:cs typeface="Trebuchet MS"/>
              </a:rPr>
              <a:t>state.</a:t>
            </a:r>
            <a:endParaRPr sz="1150">
              <a:latin typeface="Trebuchet MS"/>
              <a:cs typeface="Trebuchet MS"/>
            </a:endParaRPr>
          </a:p>
        </p:txBody>
      </p:sp>
      <p:grpSp>
        <p:nvGrpSpPr>
          <p:cNvPr id="11" name="object 11"/>
          <p:cNvGrpSpPr/>
          <p:nvPr/>
        </p:nvGrpSpPr>
        <p:grpSpPr>
          <a:xfrm>
            <a:off x="4067175" y="2095500"/>
            <a:ext cx="3295650" cy="447675"/>
            <a:chOff x="4067175" y="2095500"/>
            <a:chExt cx="3295650" cy="447675"/>
          </a:xfrm>
        </p:grpSpPr>
        <p:sp>
          <p:nvSpPr>
            <p:cNvPr id="12" name="object 12"/>
            <p:cNvSpPr/>
            <p:nvPr/>
          </p:nvSpPr>
          <p:spPr>
            <a:xfrm>
              <a:off x="4071939" y="2100260"/>
              <a:ext cx="3286125" cy="438150"/>
            </a:xfrm>
            <a:custGeom>
              <a:avLst/>
              <a:gdLst/>
              <a:ahLst/>
              <a:cxnLst/>
              <a:rect l="l" t="t" r="r" b="b"/>
              <a:pathLst>
                <a:path w="3286125" h="438150">
                  <a:moveTo>
                    <a:pt x="3067050" y="438150"/>
                  </a:moveTo>
                  <a:lnTo>
                    <a:pt x="219075" y="438150"/>
                  </a:lnTo>
                  <a:lnTo>
                    <a:pt x="208311" y="437887"/>
                  </a:lnTo>
                  <a:lnTo>
                    <a:pt x="165828" y="431583"/>
                  </a:lnTo>
                  <a:lnTo>
                    <a:pt x="125394" y="417112"/>
                  </a:lnTo>
                  <a:lnTo>
                    <a:pt x="88559" y="395031"/>
                  </a:lnTo>
                  <a:lnTo>
                    <a:pt x="56739" y="366190"/>
                  </a:lnTo>
                  <a:lnTo>
                    <a:pt x="31156" y="331692"/>
                  </a:lnTo>
                  <a:lnTo>
                    <a:pt x="12797" y="292869"/>
                  </a:lnTo>
                  <a:lnTo>
                    <a:pt x="2365" y="251209"/>
                  </a:lnTo>
                  <a:lnTo>
                    <a:pt x="0" y="219075"/>
                  </a:lnTo>
                  <a:lnTo>
                    <a:pt x="261" y="208313"/>
                  </a:lnTo>
                  <a:lnTo>
                    <a:pt x="6564" y="165832"/>
                  </a:lnTo>
                  <a:lnTo>
                    <a:pt x="21034" y="125397"/>
                  </a:lnTo>
                  <a:lnTo>
                    <a:pt x="43115" y="88562"/>
                  </a:lnTo>
                  <a:lnTo>
                    <a:pt x="71959" y="56742"/>
                  </a:lnTo>
                  <a:lnTo>
                    <a:pt x="106457" y="31162"/>
                  </a:lnTo>
                  <a:lnTo>
                    <a:pt x="145280" y="12802"/>
                  </a:lnTo>
                  <a:lnTo>
                    <a:pt x="186940" y="2369"/>
                  </a:lnTo>
                  <a:lnTo>
                    <a:pt x="219075" y="0"/>
                  </a:lnTo>
                  <a:lnTo>
                    <a:pt x="3067050" y="0"/>
                  </a:lnTo>
                  <a:lnTo>
                    <a:pt x="3109789" y="4212"/>
                  </a:lnTo>
                  <a:lnTo>
                    <a:pt x="3150885" y="16678"/>
                  </a:lnTo>
                  <a:lnTo>
                    <a:pt x="3188759" y="36923"/>
                  </a:lnTo>
                  <a:lnTo>
                    <a:pt x="3221958" y="64166"/>
                  </a:lnTo>
                  <a:lnTo>
                    <a:pt x="3249201" y="97365"/>
                  </a:lnTo>
                  <a:lnTo>
                    <a:pt x="3269446" y="135239"/>
                  </a:lnTo>
                  <a:lnTo>
                    <a:pt x="3281912" y="176335"/>
                  </a:lnTo>
                  <a:lnTo>
                    <a:pt x="3286125" y="219075"/>
                  </a:lnTo>
                  <a:lnTo>
                    <a:pt x="3285860" y="229838"/>
                  </a:lnTo>
                  <a:lnTo>
                    <a:pt x="3279554" y="272320"/>
                  </a:lnTo>
                  <a:lnTo>
                    <a:pt x="3265084" y="312755"/>
                  </a:lnTo>
                  <a:lnTo>
                    <a:pt x="3243003" y="349590"/>
                  </a:lnTo>
                  <a:lnTo>
                    <a:pt x="3214162" y="381410"/>
                  </a:lnTo>
                  <a:lnTo>
                    <a:pt x="3179664" y="406990"/>
                  </a:lnTo>
                  <a:lnTo>
                    <a:pt x="3140841" y="425350"/>
                  </a:lnTo>
                  <a:lnTo>
                    <a:pt x="3099181" y="435782"/>
                  </a:lnTo>
                  <a:lnTo>
                    <a:pt x="3067050" y="438150"/>
                  </a:lnTo>
                  <a:close/>
                </a:path>
              </a:pathLst>
            </a:custGeom>
            <a:solidFill>
              <a:srgbClr val="D9ECF1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13" name="object 13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4076700" y="2105024"/>
              <a:ext cx="3276600" cy="428625"/>
            </a:xfrm>
            <a:prstGeom prst="rect">
              <a:avLst/>
            </a:prstGeom>
          </p:spPr>
        </p:pic>
        <p:sp>
          <p:nvSpPr>
            <p:cNvPr id="14" name="object 14"/>
            <p:cNvSpPr/>
            <p:nvPr/>
          </p:nvSpPr>
          <p:spPr>
            <a:xfrm>
              <a:off x="4071937" y="2100262"/>
              <a:ext cx="3286125" cy="438150"/>
            </a:xfrm>
            <a:custGeom>
              <a:avLst/>
              <a:gdLst/>
              <a:ahLst/>
              <a:cxnLst/>
              <a:rect l="l" t="t" r="r" b="b"/>
              <a:pathLst>
                <a:path w="3286125" h="438150">
                  <a:moveTo>
                    <a:pt x="0" y="219075"/>
                  </a:moveTo>
                  <a:lnTo>
                    <a:pt x="0" y="211902"/>
                  </a:lnTo>
                  <a:lnTo>
                    <a:pt x="352" y="204739"/>
                  </a:lnTo>
                  <a:lnTo>
                    <a:pt x="1057" y="197605"/>
                  </a:lnTo>
                  <a:lnTo>
                    <a:pt x="1762" y="190461"/>
                  </a:lnTo>
                  <a:lnTo>
                    <a:pt x="2809" y="183375"/>
                  </a:lnTo>
                  <a:lnTo>
                    <a:pt x="4210" y="176336"/>
                  </a:lnTo>
                  <a:lnTo>
                    <a:pt x="5610" y="169297"/>
                  </a:lnTo>
                  <a:lnTo>
                    <a:pt x="16678" y="135235"/>
                  </a:lnTo>
                  <a:lnTo>
                    <a:pt x="19421" y="128606"/>
                  </a:lnTo>
                  <a:lnTo>
                    <a:pt x="40909" y="91401"/>
                  </a:lnTo>
                  <a:lnTo>
                    <a:pt x="49730" y="80095"/>
                  </a:lnTo>
                  <a:lnTo>
                    <a:pt x="54282" y="74552"/>
                  </a:lnTo>
                  <a:lnTo>
                    <a:pt x="59093" y="69237"/>
                  </a:lnTo>
                  <a:lnTo>
                    <a:pt x="64169" y="64169"/>
                  </a:lnTo>
                  <a:lnTo>
                    <a:pt x="69237" y="59093"/>
                  </a:lnTo>
                  <a:lnTo>
                    <a:pt x="103327" y="32937"/>
                  </a:lnTo>
                  <a:lnTo>
                    <a:pt x="115804" y="25869"/>
                  </a:lnTo>
                  <a:lnTo>
                    <a:pt x="122129" y="22488"/>
                  </a:lnTo>
                  <a:lnTo>
                    <a:pt x="128606" y="19421"/>
                  </a:lnTo>
                  <a:lnTo>
                    <a:pt x="135235" y="16678"/>
                  </a:lnTo>
                  <a:lnTo>
                    <a:pt x="141865" y="13925"/>
                  </a:lnTo>
                  <a:lnTo>
                    <a:pt x="183375" y="2809"/>
                  </a:lnTo>
                  <a:lnTo>
                    <a:pt x="197605" y="1057"/>
                  </a:lnTo>
                  <a:lnTo>
                    <a:pt x="204739" y="352"/>
                  </a:lnTo>
                  <a:lnTo>
                    <a:pt x="211902" y="0"/>
                  </a:lnTo>
                  <a:lnTo>
                    <a:pt x="219075" y="0"/>
                  </a:lnTo>
                  <a:lnTo>
                    <a:pt x="3067050" y="0"/>
                  </a:lnTo>
                  <a:lnTo>
                    <a:pt x="3074222" y="0"/>
                  </a:lnTo>
                  <a:lnTo>
                    <a:pt x="3081385" y="352"/>
                  </a:lnTo>
                  <a:lnTo>
                    <a:pt x="3088519" y="1057"/>
                  </a:lnTo>
                  <a:lnTo>
                    <a:pt x="3095663" y="1762"/>
                  </a:lnTo>
                  <a:lnTo>
                    <a:pt x="3137506" y="11515"/>
                  </a:lnTo>
                  <a:lnTo>
                    <a:pt x="3170320" y="25869"/>
                  </a:lnTo>
                  <a:lnTo>
                    <a:pt x="3176644" y="29251"/>
                  </a:lnTo>
                  <a:lnTo>
                    <a:pt x="3211572" y="54282"/>
                  </a:lnTo>
                  <a:lnTo>
                    <a:pt x="3221955" y="64169"/>
                  </a:lnTo>
                  <a:lnTo>
                    <a:pt x="3227031" y="69237"/>
                  </a:lnTo>
                  <a:lnTo>
                    <a:pt x="3231842" y="74552"/>
                  </a:lnTo>
                  <a:lnTo>
                    <a:pt x="3236394" y="80095"/>
                  </a:lnTo>
                  <a:lnTo>
                    <a:pt x="3240947" y="85639"/>
                  </a:lnTo>
                  <a:lnTo>
                    <a:pt x="3260255" y="115804"/>
                  </a:lnTo>
                  <a:lnTo>
                    <a:pt x="3263636" y="122129"/>
                  </a:lnTo>
                  <a:lnTo>
                    <a:pt x="3278771" y="162344"/>
                  </a:lnTo>
                  <a:lnTo>
                    <a:pt x="3281914" y="176336"/>
                  </a:lnTo>
                  <a:lnTo>
                    <a:pt x="3283315" y="183375"/>
                  </a:lnTo>
                  <a:lnTo>
                    <a:pt x="3284362" y="190461"/>
                  </a:lnTo>
                  <a:lnTo>
                    <a:pt x="3285067" y="197605"/>
                  </a:lnTo>
                  <a:lnTo>
                    <a:pt x="3285772" y="204739"/>
                  </a:lnTo>
                  <a:lnTo>
                    <a:pt x="3286125" y="211902"/>
                  </a:lnTo>
                  <a:lnTo>
                    <a:pt x="3286125" y="219075"/>
                  </a:lnTo>
                  <a:lnTo>
                    <a:pt x="3286125" y="226247"/>
                  </a:lnTo>
                  <a:lnTo>
                    <a:pt x="3285772" y="233410"/>
                  </a:lnTo>
                  <a:lnTo>
                    <a:pt x="3285067" y="240544"/>
                  </a:lnTo>
                  <a:lnTo>
                    <a:pt x="3284362" y="247688"/>
                  </a:lnTo>
                  <a:lnTo>
                    <a:pt x="3283315" y="254774"/>
                  </a:lnTo>
                  <a:lnTo>
                    <a:pt x="3281914" y="261813"/>
                  </a:lnTo>
                  <a:lnTo>
                    <a:pt x="3280514" y="268852"/>
                  </a:lnTo>
                  <a:lnTo>
                    <a:pt x="3266703" y="309543"/>
                  </a:lnTo>
                  <a:lnTo>
                    <a:pt x="3245215" y="346748"/>
                  </a:lnTo>
                  <a:lnTo>
                    <a:pt x="3236394" y="358054"/>
                  </a:lnTo>
                  <a:lnTo>
                    <a:pt x="3231842" y="363597"/>
                  </a:lnTo>
                  <a:lnTo>
                    <a:pt x="3227031" y="368912"/>
                  </a:lnTo>
                  <a:lnTo>
                    <a:pt x="3221955" y="373980"/>
                  </a:lnTo>
                  <a:lnTo>
                    <a:pt x="3216887" y="379056"/>
                  </a:lnTo>
                  <a:lnTo>
                    <a:pt x="3182797" y="405212"/>
                  </a:lnTo>
                  <a:lnTo>
                    <a:pt x="3144259" y="424214"/>
                  </a:lnTo>
                  <a:lnTo>
                    <a:pt x="3102749" y="435340"/>
                  </a:lnTo>
                  <a:lnTo>
                    <a:pt x="3088519" y="437092"/>
                  </a:lnTo>
                  <a:lnTo>
                    <a:pt x="3081385" y="437797"/>
                  </a:lnTo>
                  <a:lnTo>
                    <a:pt x="3074222" y="438150"/>
                  </a:lnTo>
                  <a:lnTo>
                    <a:pt x="3067050" y="438150"/>
                  </a:lnTo>
                  <a:lnTo>
                    <a:pt x="219075" y="438150"/>
                  </a:lnTo>
                  <a:lnTo>
                    <a:pt x="211902" y="438150"/>
                  </a:lnTo>
                  <a:lnTo>
                    <a:pt x="204739" y="437797"/>
                  </a:lnTo>
                  <a:lnTo>
                    <a:pt x="197605" y="437092"/>
                  </a:lnTo>
                  <a:lnTo>
                    <a:pt x="190461" y="436387"/>
                  </a:lnTo>
                  <a:lnTo>
                    <a:pt x="183375" y="435340"/>
                  </a:lnTo>
                  <a:lnTo>
                    <a:pt x="176336" y="433939"/>
                  </a:lnTo>
                  <a:lnTo>
                    <a:pt x="169297" y="432539"/>
                  </a:lnTo>
                  <a:lnTo>
                    <a:pt x="128606" y="418728"/>
                  </a:lnTo>
                  <a:lnTo>
                    <a:pt x="115804" y="412280"/>
                  </a:lnTo>
                  <a:lnTo>
                    <a:pt x="109470" y="408898"/>
                  </a:lnTo>
                  <a:lnTo>
                    <a:pt x="74552" y="383867"/>
                  </a:lnTo>
                  <a:lnTo>
                    <a:pt x="64169" y="373980"/>
                  </a:lnTo>
                  <a:lnTo>
                    <a:pt x="59093" y="368912"/>
                  </a:lnTo>
                  <a:lnTo>
                    <a:pt x="54282" y="363597"/>
                  </a:lnTo>
                  <a:lnTo>
                    <a:pt x="49730" y="358054"/>
                  </a:lnTo>
                  <a:lnTo>
                    <a:pt x="45177" y="352510"/>
                  </a:lnTo>
                  <a:lnTo>
                    <a:pt x="22488" y="316020"/>
                  </a:lnTo>
                  <a:lnTo>
                    <a:pt x="16678" y="302914"/>
                  </a:lnTo>
                  <a:lnTo>
                    <a:pt x="13925" y="296284"/>
                  </a:lnTo>
                  <a:lnTo>
                    <a:pt x="4210" y="261813"/>
                  </a:lnTo>
                  <a:lnTo>
                    <a:pt x="2809" y="254774"/>
                  </a:lnTo>
                  <a:lnTo>
                    <a:pt x="1762" y="247688"/>
                  </a:lnTo>
                  <a:lnTo>
                    <a:pt x="1057" y="240544"/>
                  </a:lnTo>
                  <a:lnTo>
                    <a:pt x="352" y="233410"/>
                  </a:lnTo>
                  <a:lnTo>
                    <a:pt x="0" y="226247"/>
                  </a:lnTo>
                  <a:lnTo>
                    <a:pt x="0" y="219075"/>
                  </a:lnTo>
                  <a:close/>
                </a:path>
              </a:pathLst>
            </a:custGeom>
            <a:ln w="9525">
              <a:solidFill>
                <a:srgbClr val="BED2D7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15" name="object 15"/>
          <p:cNvSpPr txBox="1"/>
          <p:nvPr/>
        </p:nvSpPr>
        <p:spPr>
          <a:xfrm>
            <a:off x="4197792" y="2166715"/>
            <a:ext cx="2848610" cy="1895475"/>
          </a:xfrm>
          <a:prstGeom prst="rect">
            <a:avLst/>
          </a:prstGeom>
        </p:spPr>
        <p:txBody>
          <a:bodyPr wrap="square" lIns="0" tIns="17780" rIns="0" bIns="0" rtlCol="0" vert="horz">
            <a:spAutoFit/>
          </a:bodyPr>
          <a:lstStyle/>
          <a:p>
            <a:pPr algn="ctr" marL="185420">
              <a:lnSpc>
                <a:spcPct val="100000"/>
              </a:lnSpc>
              <a:spcBef>
                <a:spcPts val="140"/>
              </a:spcBef>
            </a:pPr>
            <a:r>
              <a:rPr dirty="0" sz="1700">
                <a:solidFill>
                  <a:srgbClr val="384653"/>
                </a:solidFill>
                <a:latin typeface="Verdana"/>
                <a:cs typeface="Verdana"/>
              </a:rPr>
              <a:t>2</a:t>
            </a:r>
            <a:endParaRPr sz="1700">
              <a:latin typeface="Verdana"/>
              <a:cs typeface="Verdana"/>
            </a:endParaRPr>
          </a:p>
          <a:p>
            <a:pPr marL="12700" marR="29209">
              <a:lnSpc>
                <a:spcPct val="107800"/>
              </a:lnSpc>
              <a:spcBef>
                <a:spcPts val="1670"/>
              </a:spcBef>
            </a:pPr>
            <a:r>
              <a:rPr dirty="0" sz="1450" spc="-80">
                <a:solidFill>
                  <a:srgbClr val="384653"/>
                </a:solidFill>
                <a:latin typeface="Verdana"/>
                <a:cs typeface="Verdana"/>
              </a:rPr>
              <a:t>Unplanned</a:t>
            </a:r>
            <a:r>
              <a:rPr dirty="0" sz="1450" spc="-15">
                <a:solidFill>
                  <a:srgbClr val="384653"/>
                </a:solidFill>
                <a:latin typeface="Verdana"/>
                <a:cs typeface="Verdana"/>
              </a:rPr>
              <a:t> </a:t>
            </a:r>
            <a:r>
              <a:rPr dirty="0" sz="1450" spc="-90">
                <a:solidFill>
                  <a:srgbClr val="384653"/>
                </a:solidFill>
                <a:latin typeface="Verdana"/>
                <a:cs typeface="Verdana"/>
              </a:rPr>
              <a:t>Datacenter</a:t>
            </a:r>
            <a:r>
              <a:rPr dirty="0" sz="1450" spc="-15">
                <a:solidFill>
                  <a:srgbClr val="384653"/>
                </a:solidFill>
                <a:latin typeface="Verdana"/>
                <a:cs typeface="Verdana"/>
              </a:rPr>
              <a:t> </a:t>
            </a:r>
            <a:r>
              <a:rPr dirty="0" sz="1450" spc="-75">
                <a:solidFill>
                  <a:srgbClr val="384653"/>
                </a:solidFill>
                <a:latin typeface="Verdana"/>
                <a:cs typeface="Verdana"/>
              </a:rPr>
              <a:t>Outage</a:t>
            </a:r>
            <a:r>
              <a:rPr dirty="0" sz="1450" spc="-10">
                <a:solidFill>
                  <a:srgbClr val="384653"/>
                </a:solidFill>
                <a:latin typeface="Verdana"/>
                <a:cs typeface="Verdana"/>
              </a:rPr>
              <a:t> </a:t>
            </a:r>
            <a:r>
              <a:rPr dirty="0" sz="1450" spc="-25">
                <a:solidFill>
                  <a:srgbClr val="384653"/>
                </a:solidFill>
                <a:latin typeface="Verdana"/>
                <a:cs typeface="Verdana"/>
              </a:rPr>
              <a:t>(3 </a:t>
            </a:r>
            <a:r>
              <a:rPr dirty="0" sz="1450" spc="-70">
                <a:solidFill>
                  <a:srgbClr val="384653"/>
                </a:solidFill>
                <a:latin typeface="Verdana"/>
                <a:cs typeface="Verdana"/>
              </a:rPr>
              <a:t>Master</a:t>
            </a:r>
            <a:r>
              <a:rPr dirty="0" sz="1450" spc="-15">
                <a:solidFill>
                  <a:srgbClr val="384653"/>
                </a:solidFill>
                <a:latin typeface="Verdana"/>
                <a:cs typeface="Verdana"/>
              </a:rPr>
              <a:t> </a:t>
            </a:r>
            <a:r>
              <a:rPr dirty="0" sz="1450" spc="-10">
                <a:solidFill>
                  <a:srgbClr val="384653"/>
                </a:solidFill>
                <a:latin typeface="Verdana"/>
                <a:cs typeface="Verdana"/>
              </a:rPr>
              <a:t>Nodes)</a:t>
            </a:r>
            <a:endParaRPr sz="1450">
              <a:latin typeface="Verdana"/>
              <a:cs typeface="Verdana"/>
            </a:endParaRPr>
          </a:p>
          <a:p>
            <a:pPr marL="12700" marR="5080">
              <a:lnSpc>
                <a:spcPct val="121400"/>
              </a:lnSpc>
              <a:spcBef>
                <a:spcPts val="515"/>
              </a:spcBef>
            </a:pPr>
            <a:r>
              <a:rPr dirty="0" sz="1150">
                <a:solidFill>
                  <a:srgbClr val="384653"/>
                </a:solidFill>
                <a:latin typeface="Trebuchet MS"/>
                <a:cs typeface="Trebuchet MS"/>
              </a:rPr>
              <a:t>Similar</a:t>
            </a:r>
            <a:r>
              <a:rPr dirty="0" sz="1150" spc="-45">
                <a:solidFill>
                  <a:srgbClr val="384653"/>
                </a:solidFill>
                <a:latin typeface="Trebuchet MS"/>
                <a:cs typeface="Trebuchet MS"/>
              </a:rPr>
              <a:t> </a:t>
            </a:r>
            <a:r>
              <a:rPr dirty="0" sz="1150" spc="-20">
                <a:solidFill>
                  <a:srgbClr val="384653"/>
                </a:solidFill>
                <a:latin typeface="Trebuchet MS"/>
                <a:cs typeface="Trebuchet MS"/>
              </a:rPr>
              <a:t>to</a:t>
            </a:r>
            <a:r>
              <a:rPr dirty="0" sz="1150" spc="-45">
                <a:solidFill>
                  <a:srgbClr val="384653"/>
                </a:solidFill>
                <a:latin typeface="Trebuchet MS"/>
                <a:cs typeface="Trebuchet MS"/>
              </a:rPr>
              <a:t> </a:t>
            </a:r>
            <a:r>
              <a:rPr dirty="0" sz="1150">
                <a:solidFill>
                  <a:srgbClr val="384653"/>
                </a:solidFill>
                <a:latin typeface="Trebuchet MS"/>
                <a:cs typeface="Trebuchet MS"/>
              </a:rPr>
              <a:t>planned</a:t>
            </a:r>
            <a:r>
              <a:rPr dirty="0" sz="1150" spc="-45">
                <a:solidFill>
                  <a:srgbClr val="384653"/>
                </a:solidFill>
                <a:latin typeface="Trebuchet MS"/>
                <a:cs typeface="Trebuchet MS"/>
              </a:rPr>
              <a:t> </a:t>
            </a:r>
            <a:r>
              <a:rPr dirty="0" sz="1150" spc="-25">
                <a:solidFill>
                  <a:srgbClr val="384653"/>
                </a:solidFill>
                <a:latin typeface="Trebuchet MS"/>
                <a:cs typeface="Trebuchet MS"/>
              </a:rPr>
              <a:t>downtime,</a:t>
            </a:r>
            <a:r>
              <a:rPr dirty="0" sz="1150" spc="-45">
                <a:solidFill>
                  <a:srgbClr val="384653"/>
                </a:solidFill>
                <a:latin typeface="Trebuchet MS"/>
                <a:cs typeface="Trebuchet MS"/>
              </a:rPr>
              <a:t> </a:t>
            </a:r>
            <a:r>
              <a:rPr dirty="0" sz="1150" spc="-20">
                <a:solidFill>
                  <a:srgbClr val="384653"/>
                </a:solidFill>
                <a:latin typeface="Trebuchet MS"/>
                <a:cs typeface="Trebuchet MS"/>
              </a:rPr>
              <a:t>but</a:t>
            </a:r>
            <a:r>
              <a:rPr dirty="0" sz="1150" spc="-45">
                <a:solidFill>
                  <a:srgbClr val="384653"/>
                </a:solidFill>
                <a:latin typeface="Trebuchet MS"/>
                <a:cs typeface="Trebuchet MS"/>
              </a:rPr>
              <a:t> </a:t>
            </a:r>
            <a:r>
              <a:rPr dirty="0" sz="1150" spc="-10">
                <a:solidFill>
                  <a:srgbClr val="384653"/>
                </a:solidFill>
                <a:latin typeface="Trebuchet MS"/>
                <a:cs typeface="Trebuchet MS"/>
              </a:rPr>
              <a:t>requires </a:t>
            </a:r>
            <a:r>
              <a:rPr dirty="0" sz="1150">
                <a:solidFill>
                  <a:srgbClr val="384653"/>
                </a:solidFill>
                <a:latin typeface="Trebuchet MS"/>
                <a:cs typeface="Trebuchet MS"/>
              </a:rPr>
              <a:t>spinning</a:t>
            </a:r>
            <a:r>
              <a:rPr dirty="0" sz="1150" spc="-15">
                <a:solidFill>
                  <a:srgbClr val="384653"/>
                </a:solidFill>
                <a:latin typeface="Trebuchet MS"/>
                <a:cs typeface="Trebuchet MS"/>
              </a:rPr>
              <a:t> </a:t>
            </a:r>
            <a:r>
              <a:rPr dirty="0" sz="1150">
                <a:solidFill>
                  <a:srgbClr val="384653"/>
                </a:solidFill>
                <a:latin typeface="Trebuchet MS"/>
                <a:cs typeface="Trebuchet MS"/>
              </a:rPr>
              <a:t>up</a:t>
            </a:r>
            <a:r>
              <a:rPr dirty="0" sz="1150" spc="-10">
                <a:solidFill>
                  <a:srgbClr val="384653"/>
                </a:solidFill>
                <a:latin typeface="Trebuchet MS"/>
                <a:cs typeface="Trebuchet MS"/>
              </a:rPr>
              <a:t> </a:t>
            </a:r>
            <a:r>
              <a:rPr dirty="0" sz="1150" spc="-30">
                <a:solidFill>
                  <a:srgbClr val="384653"/>
                </a:solidFill>
                <a:latin typeface="Trebuchet MS"/>
                <a:cs typeface="Trebuchet MS"/>
              </a:rPr>
              <a:t>the</a:t>
            </a:r>
            <a:r>
              <a:rPr dirty="0" sz="1150" spc="-15">
                <a:solidFill>
                  <a:srgbClr val="384653"/>
                </a:solidFill>
                <a:latin typeface="Trebuchet MS"/>
                <a:cs typeface="Trebuchet MS"/>
              </a:rPr>
              <a:t> </a:t>
            </a:r>
            <a:r>
              <a:rPr dirty="0" sz="1150">
                <a:solidFill>
                  <a:srgbClr val="384653"/>
                </a:solidFill>
                <a:latin typeface="Trebuchet MS"/>
                <a:cs typeface="Trebuchet MS"/>
              </a:rPr>
              <a:t>'off'</a:t>
            </a:r>
            <a:r>
              <a:rPr dirty="0" sz="1150" spc="-10">
                <a:solidFill>
                  <a:srgbClr val="384653"/>
                </a:solidFill>
                <a:latin typeface="Trebuchet MS"/>
                <a:cs typeface="Trebuchet MS"/>
              </a:rPr>
              <a:t> </a:t>
            </a:r>
            <a:r>
              <a:rPr dirty="0" sz="1150">
                <a:solidFill>
                  <a:srgbClr val="384653"/>
                </a:solidFill>
                <a:latin typeface="Trebuchet MS"/>
                <a:cs typeface="Trebuchet MS"/>
              </a:rPr>
              <a:t>master</a:t>
            </a:r>
            <a:r>
              <a:rPr dirty="0" sz="1150" spc="-15">
                <a:solidFill>
                  <a:srgbClr val="384653"/>
                </a:solidFill>
                <a:latin typeface="Trebuchet MS"/>
                <a:cs typeface="Trebuchet MS"/>
              </a:rPr>
              <a:t> </a:t>
            </a:r>
            <a:r>
              <a:rPr dirty="0" sz="1150">
                <a:solidFill>
                  <a:srgbClr val="384653"/>
                </a:solidFill>
                <a:latin typeface="Trebuchet MS"/>
                <a:cs typeface="Trebuchet MS"/>
              </a:rPr>
              <a:t>node</a:t>
            </a:r>
            <a:r>
              <a:rPr dirty="0" sz="1150" spc="-10">
                <a:solidFill>
                  <a:srgbClr val="384653"/>
                </a:solidFill>
                <a:latin typeface="Trebuchet MS"/>
                <a:cs typeface="Trebuchet MS"/>
              </a:rPr>
              <a:t> </a:t>
            </a:r>
            <a:r>
              <a:rPr dirty="0" sz="1150" spc="-20">
                <a:solidFill>
                  <a:srgbClr val="384653"/>
                </a:solidFill>
                <a:latin typeface="Trebuchet MS"/>
                <a:cs typeface="Trebuchet MS"/>
              </a:rPr>
              <a:t>to</a:t>
            </a:r>
            <a:r>
              <a:rPr dirty="0" sz="1150" spc="-15">
                <a:solidFill>
                  <a:srgbClr val="384653"/>
                </a:solidFill>
                <a:latin typeface="Trebuchet MS"/>
                <a:cs typeface="Trebuchet MS"/>
              </a:rPr>
              <a:t> </a:t>
            </a:r>
            <a:r>
              <a:rPr dirty="0" sz="1150" spc="-25">
                <a:solidFill>
                  <a:srgbClr val="384653"/>
                </a:solidFill>
                <a:latin typeface="Trebuchet MS"/>
                <a:cs typeface="Trebuchet MS"/>
              </a:rPr>
              <a:t>prevent </a:t>
            </a:r>
            <a:r>
              <a:rPr dirty="0" sz="1150" spc="-20">
                <a:solidFill>
                  <a:srgbClr val="384653"/>
                </a:solidFill>
                <a:latin typeface="Trebuchet MS"/>
                <a:cs typeface="Trebuchet MS"/>
              </a:rPr>
              <a:t>potential</a:t>
            </a:r>
            <a:r>
              <a:rPr dirty="0" sz="1150" spc="5">
                <a:solidFill>
                  <a:srgbClr val="384653"/>
                </a:solidFill>
                <a:latin typeface="Trebuchet MS"/>
                <a:cs typeface="Trebuchet MS"/>
              </a:rPr>
              <a:t> </a:t>
            </a:r>
            <a:r>
              <a:rPr dirty="0" sz="1150" spc="-10">
                <a:solidFill>
                  <a:srgbClr val="384653"/>
                </a:solidFill>
                <a:latin typeface="Trebuchet MS"/>
                <a:cs typeface="Trebuchet MS"/>
              </a:rPr>
              <a:t>split-</a:t>
            </a:r>
            <a:r>
              <a:rPr dirty="0" sz="1150" spc="-35">
                <a:solidFill>
                  <a:srgbClr val="384653"/>
                </a:solidFill>
                <a:latin typeface="Trebuchet MS"/>
                <a:cs typeface="Trebuchet MS"/>
              </a:rPr>
              <a:t>brain</a:t>
            </a:r>
            <a:r>
              <a:rPr dirty="0" sz="1150" spc="10">
                <a:solidFill>
                  <a:srgbClr val="384653"/>
                </a:solidFill>
                <a:latin typeface="Trebuchet MS"/>
                <a:cs typeface="Trebuchet MS"/>
              </a:rPr>
              <a:t> </a:t>
            </a:r>
            <a:r>
              <a:rPr dirty="0" sz="1150">
                <a:solidFill>
                  <a:srgbClr val="384653"/>
                </a:solidFill>
                <a:latin typeface="Trebuchet MS"/>
                <a:cs typeface="Trebuchet MS"/>
              </a:rPr>
              <a:t>scenarios</a:t>
            </a:r>
            <a:r>
              <a:rPr dirty="0" sz="1150" spc="10">
                <a:solidFill>
                  <a:srgbClr val="384653"/>
                </a:solidFill>
                <a:latin typeface="Trebuchet MS"/>
                <a:cs typeface="Trebuchet MS"/>
              </a:rPr>
              <a:t> </a:t>
            </a:r>
            <a:r>
              <a:rPr dirty="0" sz="1150" spc="-10">
                <a:solidFill>
                  <a:srgbClr val="384653"/>
                </a:solidFill>
                <a:latin typeface="Trebuchet MS"/>
                <a:cs typeface="Trebuchet MS"/>
              </a:rPr>
              <a:t>in</a:t>
            </a:r>
            <a:r>
              <a:rPr dirty="0" sz="1150" spc="10">
                <a:solidFill>
                  <a:srgbClr val="384653"/>
                </a:solidFill>
                <a:latin typeface="Trebuchet MS"/>
                <a:cs typeface="Trebuchet MS"/>
              </a:rPr>
              <a:t> </a:t>
            </a:r>
            <a:r>
              <a:rPr dirty="0" sz="1150" spc="-30">
                <a:solidFill>
                  <a:srgbClr val="384653"/>
                </a:solidFill>
                <a:latin typeface="Trebuchet MS"/>
                <a:cs typeface="Trebuchet MS"/>
              </a:rPr>
              <a:t>the</a:t>
            </a:r>
            <a:r>
              <a:rPr dirty="0" sz="1150" spc="10">
                <a:solidFill>
                  <a:srgbClr val="384653"/>
                </a:solidFill>
                <a:latin typeface="Trebuchet MS"/>
                <a:cs typeface="Trebuchet MS"/>
              </a:rPr>
              <a:t> </a:t>
            </a:r>
            <a:r>
              <a:rPr dirty="0" sz="1150" spc="-10">
                <a:solidFill>
                  <a:srgbClr val="384653"/>
                </a:solidFill>
                <a:latin typeface="Trebuchet MS"/>
                <a:cs typeface="Trebuchet MS"/>
              </a:rPr>
              <a:t>cluster </a:t>
            </a:r>
            <a:r>
              <a:rPr dirty="0" sz="1150">
                <a:solidFill>
                  <a:srgbClr val="384653"/>
                </a:solidFill>
                <a:latin typeface="Trebuchet MS"/>
                <a:cs typeface="Trebuchet MS"/>
              </a:rPr>
              <a:t>running</a:t>
            </a:r>
            <a:r>
              <a:rPr dirty="0" sz="1150" spc="-40">
                <a:solidFill>
                  <a:srgbClr val="384653"/>
                </a:solidFill>
                <a:latin typeface="Trebuchet MS"/>
                <a:cs typeface="Trebuchet MS"/>
              </a:rPr>
              <a:t> </a:t>
            </a:r>
            <a:r>
              <a:rPr dirty="0" sz="1150" spc="-25">
                <a:solidFill>
                  <a:srgbClr val="384653"/>
                </a:solidFill>
                <a:latin typeface="Trebuchet MS"/>
                <a:cs typeface="Trebuchet MS"/>
              </a:rPr>
              <a:t>with</a:t>
            </a:r>
            <a:r>
              <a:rPr dirty="0" sz="1150" spc="-40">
                <a:solidFill>
                  <a:srgbClr val="384653"/>
                </a:solidFill>
                <a:latin typeface="Trebuchet MS"/>
                <a:cs typeface="Trebuchet MS"/>
              </a:rPr>
              <a:t> </a:t>
            </a:r>
            <a:r>
              <a:rPr dirty="0" sz="1150">
                <a:solidFill>
                  <a:srgbClr val="384653"/>
                </a:solidFill>
                <a:latin typeface="Trebuchet MS"/>
                <a:cs typeface="Trebuchet MS"/>
              </a:rPr>
              <a:t>only</a:t>
            </a:r>
            <a:r>
              <a:rPr dirty="0" sz="1150" spc="-40">
                <a:solidFill>
                  <a:srgbClr val="384653"/>
                </a:solidFill>
                <a:latin typeface="Trebuchet MS"/>
                <a:cs typeface="Trebuchet MS"/>
              </a:rPr>
              <a:t> </a:t>
            </a:r>
            <a:r>
              <a:rPr dirty="0" sz="1150">
                <a:solidFill>
                  <a:srgbClr val="384653"/>
                </a:solidFill>
                <a:latin typeface="Trebuchet MS"/>
                <a:cs typeface="Trebuchet MS"/>
              </a:rPr>
              <a:t>2</a:t>
            </a:r>
            <a:r>
              <a:rPr dirty="0" sz="1150" spc="-35">
                <a:solidFill>
                  <a:srgbClr val="384653"/>
                </a:solidFill>
                <a:latin typeface="Trebuchet MS"/>
                <a:cs typeface="Trebuchet MS"/>
              </a:rPr>
              <a:t> </a:t>
            </a:r>
            <a:r>
              <a:rPr dirty="0" sz="1150">
                <a:solidFill>
                  <a:srgbClr val="384653"/>
                </a:solidFill>
                <a:latin typeface="Trebuchet MS"/>
                <a:cs typeface="Trebuchet MS"/>
              </a:rPr>
              <a:t>master</a:t>
            </a:r>
            <a:r>
              <a:rPr dirty="0" sz="1150" spc="-40">
                <a:solidFill>
                  <a:srgbClr val="384653"/>
                </a:solidFill>
                <a:latin typeface="Trebuchet MS"/>
                <a:cs typeface="Trebuchet MS"/>
              </a:rPr>
              <a:t> </a:t>
            </a:r>
            <a:r>
              <a:rPr dirty="0" sz="1150" spc="-10">
                <a:solidFill>
                  <a:srgbClr val="384653"/>
                </a:solidFill>
                <a:latin typeface="Trebuchet MS"/>
                <a:cs typeface="Trebuchet MS"/>
              </a:rPr>
              <a:t>nodes.</a:t>
            </a:r>
            <a:endParaRPr sz="1150">
              <a:latin typeface="Trebuchet MS"/>
              <a:cs typeface="Trebuchet MS"/>
            </a:endParaRPr>
          </a:p>
        </p:txBody>
      </p:sp>
      <p:grpSp>
        <p:nvGrpSpPr>
          <p:cNvPr id="16" name="object 16"/>
          <p:cNvGrpSpPr/>
          <p:nvPr/>
        </p:nvGrpSpPr>
        <p:grpSpPr>
          <a:xfrm>
            <a:off x="7505700" y="2095500"/>
            <a:ext cx="3305175" cy="447675"/>
            <a:chOff x="7505700" y="2095500"/>
            <a:chExt cx="3305175" cy="447675"/>
          </a:xfrm>
        </p:grpSpPr>
        <p:sp>
          <p:nvSpPr>
            <p:cNvPr id="17" name="object 17"/>
            <p:cNvSpPr/>
            <p:nvPr/>
          </p:nvSpPr>
          <p:spPr>
            <a:xfrm>
              <a:off x="7510464" y="2100260"/>
              <a:ext cx="3295650" cy="438150"/>
            </a:xfrm>
            <a:custGeom>
              <a:avLst/>
              <a:gdLst/>
              <a:ahLst/>
              <a:cxnLst/>
              <a:rect l="l" t="t" r="r" b="b"/>
              <a:pathLst>
                <a:path w="3295650" h="438150">
                  <a:moveTo>
                    <a:pt x="3076575" y="438150"/>
                  </a:moveTo>
                  <a:lnTo>
                    <a:pt x="219075" y="438150"/>
                  </a:lnTo>
                  <a:lnTo>
                    <a:pt x="208311" y="437887"/>
                  </a:lnTo>
                  <a:lnTo>
                    <a:pt x="165828" y="431583"/>
                  </a:lnTo>
                  <a:lnTo>
                    <a:pt x="125394" y="417112"/>
                  </a:lnTo>
                  <a:lnTo>
                    <a:pt x="88559" y="395031"/>
                  </a:lnTo>
                  <a:lnTo>
                    <a:pt x="56739" y="366190"/>
                  </a:lnTo>
                  <a:lnTo>
                    <a:pt x="31157" y="331692"/>
                  </a:lnTo>
                  <a:lnTo>
                    <a:pt x="12798" y="292869"/>
                  </a:lnTo>
                  <a:lnTo>
                    <a:pt x="2365" y="251209"/>
                  </a:lnTo>
                  <a:lnTo>
                    <a:pt x="0" y="219075"/>
                  </a:lnTo>
                  <a:lnTo>
                    <a:pt x="261" y="208313"/>
                  </a:lnTo>
                  <a:lnTo>
                    <a:pt x="6564" y="165832"/>
                  </a:lnTo>
                  <a:lnTo>
                    <a:pt x="21034" y="125397"/>
                  </a:lnTo>
                  <a:lnTo>
                    <a:pt x="43117" y="88562"/>
                  </a:lnTo>
                  <a:lnTo>
                    <a:pt x="71959" y="56742"/>
                  </a:lnTo>
                  <a:lnTo>
                    <a:pt x="106457" y="31162"/>
                  </a:lnTo>
                  <a:lnTo>
                    <a:pt x="145280" y="12802"/>
                  </a:lnTo>
                  <a:lnTo>
                    <a:pt x="186940" y="2369"/>
                  </a:lnTo>
                  <a:lnTo>
                    <a:pt x="219075" y="0"/>
                  </a:lnTo>
                  <a:lnTo>
                    <a:pt x="3076575" y="0"/>
                  </a:lnTo>
                  <a:lnTo>
                    <a:pt x="3119311" y="4212"/>
                  </a:lnTo>
                  <a:lnTo>
                    <a:pt x="3160407" y="16678"/>
                  </a:lnTo>
                  <a:lnTo>
                    <a:pt x="3198284" y="36923"/>
                  </a:lnTo>
                  <a:lnTo>
                    <a:pt x="3231480" y="64166"/>
                  </a:lnTo>
                  <a:lnTo>
                    <a:pt x="3258726" y="97365"/>
                  </a:lnTo>
                  <a:lnTo>
                    <a:pt x="3278971" y="135239"/>
                  </a:lnTo>
                  <a:lnTo>
                    <a:pt x="3291437" y="176335"/>
                  </a:lnTo>
                  <a:lnTo>
                    <a:pt x="3295650" y="219075"/>
                  </a:lnTo>
                  <a:lnTo>
                    <a:pt x="3295385" y="229838"/>
                  </a:lnTo>
                  <a:lnTo>
                    <a:pt x="3289079" y="272320"/>
                  </a:lnTo>
                  <a:lnTo>
                    <a:pt x="3274609" y="312755"/>
                  </a:lnTo>
                  <a:lnTo>
                    <a:pt x="3252528" y="349590"/>
                  </a:lnTo>
                  <a:lnTo>
                    <a:pt x="3223684" y="381410"/>
                  </a:lnTo>
                  <a:lnTo>
                    <a:pt x="3189189" y="406990"/>
                  </a:lnTo>
                  <a:lnTo>
                    <a:pt x="3150363" y="425350"/>
                  </a:lnTo>
                  <a:lnTo>
                    <a:pt x="3108705" y="435782"/>
                  </a:lnTo>
                  <a:lnTo>
                    <a:pt x="3076575" y="438150"/>
                  </a:lnTo>
                  <a:close/>
                </a:path>
              </a:pathLst>
            </a:custGeom>
            <a:solidFill>
              <a:srgbClr val="D9ECF1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18" name="object 18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7515225" y="2105024"/>
              <a:ext cx="3286125" cy="428625"/>
            </a:xfrm>
            <a:prstGeom prst="rect">
              <a:avLst/>
            </a:prstGeom>
          </p:spPr>
        </p:pic>
        <p:sp>
          <p:nvSpPr>
            <p:cNvPr id="19" name="object 19"/>
            <p:cNvSpPr/>
            <p:nvPr/>
          </p:nvSpPr>
          <p:spPr>
            <a:xfrm>
              <a:off x="7510462" y="2100262"/>
              <a:ext cx="3295650" cy="438150"/>
            </a:xfrm>
            <a:custGeom>
              <a:avLst/>
              <a:gdLst/>
              <a:ahLst/>
              <a:cxnLst/>
              <a:rect l="l" t="t" r="r" b="b"/>
              <a:pathLst>
                <a:path w="3295650" h="438150">
                  <a:moveTo>
                    <a:pt x="0" y="219075"/>
                  </a:moveTo>
                  <a:lnTo>
                    <a:pt x="0" y="211902"/>
                  </a:lnTo>
                  <a:lnTo>
                    <a:pt x="352" y="204739"/>
                  </a:lnTo>
                  <a:lnTo>
                    <a:pt x="1057" y="197605"/>
                  </a:lnTo>
                  <a:lnTo>
                    <a:pt x="1762" y="190461"/>
                  </a:lnTo>
                  <a:lnTo>
                    <a:pt x="2809" y="183375"/>
                  </a:lnTo>
                  <a:lnTo>
                    <a:pt x="4210" y="176336"/>
                  </a:lnTo>
                  <a:lnTo>
                    <a:pt x="5610" y="169297"/>
                  </a:lnTo>
                  <a:lnTo>
                    <a:pt x="19421" y="128606"/>
                  </a:lnTo>
                  <a:lnTo>
                    <a:pt x="40909" y="91401"/>
                  </a:lnTo>
                  <a:lnTo>
                    <a:pt x="49730" y="80095"/>
                  </a:lnTo>
                  <a:lnTo>
                    <a:pt x="54282" y="74552"/>
                  </a:lnTo>
                  <a:lnTo>
                    <a:pt x="59093" y="69237"/>
                  </a:lnTo>
                  <a:lnTo>
                    <a:pt x="64169" y="64169"/>
                  </a:lnTo>
                  <a:lnTo>
                    <a:pt x="69237" y="59093"/>
                  </a:lnTo>
                  <a:lnTo>
                    <a:pt x="103327" y="32937"/>
                  </a:lnTo>
                  <a:lnTo>
                    <a:pt x="115804" y="25869"/>
                  </a:lnTo>
                  <a:lnTo>
                    <a:pt x="122129" y="22488"/>
                  </a:lnTo>
                  <a:lnTo>
                    <a:pt x="128606" y="19421"/>
                  </a:lnTo>
                  <a:lnTo>
                    <a:pt x="135235" y="16678"/>
                  </a:lnTo>
                  <a:lnTo>
                    <a:pt x="141865" y="13925"/>
                  </a:lnTo>
                  <a:lnTo>
                    <a:pt x="183375" y="2809"/>
                  </a:lnTo>
                  <a:lnTo>
                    <a:pt x="197605" y="1057"/>
                  </a:lnTo>
                  <a:lnTo>
                    <a:pt x="204739" y="352"/>
                  </a:lnTo>
                  <a:lnTo>
                    <a:pt x="211902" y="0"/>
                  </a:lnTo>
                  <a:lnTo>
                    <a:pt x="219075" y="0"/>
                  </a:lnTo>
                  <a:lnTo>
                    <a:pt x="3076575" y="0"/>
                  </a:lnTo>
                  <a:lnTo>
                    <a:pt x="3083747" y="0"/>
                  </a:lnTo>
                  <a:lnTo>
                    <a:pt x="3090910" y="352"/>
                  </a:lnTo>
                  <a:lnTo>
                    <a:pt x="3133305" y="7353"/>
                  </a:lnTo>
                  <a:lnTo>
                    <a:pt x="3173520" y="22488"/>
                  </a:lnTo>
                  <a:lnTo>
                    <a:pt x="3179845" y="25869"/>
                  </a:lnTo>
                  <a:lnTo>
                    <a:pt x="3186179" y="29251"/>
                  </a:lnTo>
                  <a:lnTo>
                    <a:pt x="3221097" y="54282"/>
                  </a:lnTo>
                  <a:lnTo>
                    <a:pt x="3231480" y="64169"/>
                  </a:lnTo>
                  <a:lnTo>
                    <a:pt x="3236556" y="69237"/>
                  </a:lnTo>
                  <a:lnTo>
                    <a:pt x="3241367" y="74552"/>
                  </a:lnTo>
                  <a:lnTo>
                    <a:pt x="3245919" y="80095"/>
                  </a:lnTo>
                  <a:lnTo>
                    <a:pt x="3250472" y="85639"/>
                  </a:lnTo>
                  <a:lnTo>
                    <a:pt x="3269780" y="115804"/>
                  </a:lnTo>
                  <a:lnTo>
                    <a:pt x="3273161" y="122129"/>
                  </a:lnTo>
                  <a:lnTo>
                    <a:pt x="3286210" y="155476"/>
                  </a:lnTo>
                  <a:lnTo>
                    <a:pt x="3288296" y="162344"/>
                  </a:lnTo>
                  <a:lnTo>
                    <a:pt x="3290039" y="169297"/>
                  </a:lnTo>
                  <a:lnTo>
                    <a:pt x="3291439" y="176336"/>
                  </a:lnTo>
                  <a:lnTo>
                    <a:pt x="3292840" y="183375"/>
                  </a:lnTo>
                  <a:lnTo>
                    <a:pt x="3293887" y="190461"/>
                  </a:lnTo>
                  <a:lnTo>
                    <a:pt x="3294592" y="197605"/>
                  </a:lnTo>
                  <a:lnTo>
                    <a:pt x="3295297" y="204739"/>
                  </a:lnTo>
                  <a:lnTo>
                    <a:pt x="3295650" y="211902"/>
                  </a:lnTo>
                  <a:lnTo>
                    <a:pt x="3295650" y="219075"/>
                  </a:lnTo>
                  <a:lnTo>
                    <a:pt x="3295650" y="226247"/>
                  </a:lnTo>
                  <a:lnTo>
                    <a:pt x="3295297" y="233410"/>
                  </a:lnTo>
                  <a:lnTo>
                    <a:pt x="3294592" y="240544"/>
                  </a:lnTo>
                  <a:lnTo>
                    <a:pt x="3293887" y="247688"/>
                  </a:lnTo>
                  <a:lnTo>
                    <a:pt x="3292840" y="254774"/>
                  </a:lnTo>
                  <a:lnTo>
                    <a:pt x="3291439" y="261813"/>
                  </a:lnTo>
                  <a:lnTo>
                    <a:pt x="3290039" y="268852"/>
                  </a:lnTo>
                  <a:lnTo>
                    <a:pt x="3288296" y="275805"/>
                  </a:lnTo>
                  <a:lnTo>
                    <a:pt x="3286210" y="282673"/>
                  </a:lnTo>
                  <a:lnTo>
                    <a:pt x="3284134" y="289531"/>
                  </a:lnTo>
                  <a:lnTo>
                    <a:pt x="3266398" y="328669"/>
                  </a:lnTo>
                  <a:lnTo>
                    <a:pt x="3245919" y="358054"/>
                  </a:lnTo>
                  <a:lnTo>
                    <a:pt x="3241367" y="363597"/>
                  </a:lnTo>
                  <a:lnTo>
                    <a:pt x="3236556" y="368912"/>
                  </a:lnTo>
                  <a:lnTo>
                    <a:pt x="3231480" y="373980"/>
                  </a:lnTo>
                  <a:lnTo>
                    <a:pt x="3226412" y="379056"/>
                  </a:lnTo>
                  <a:lnTo>
                    <a:pt x="3192322" y="405212"/>
                  </a:lnTo>
                  <a:lnTo>
                    <a:pt x="3153784" y="424214"/>
                  </a:lnTo>
                  <a:lnTo>
                    <a:pt x="3112274" y="435340"/>
                  </a:lnTo>
                  <a:lnTo>
                    <a:pt x="3083747" y="438150"/>
                  </a:lnTo>
                  <a:lnTo>
                    <a:pt x="3076575" y="438150"/>
                  </a:lnTo>
                  <a:lnTo>
                    <a:pt x="219075" y="438150"/>
                  </a:lnTo>
                  <a:lnTo>
                    <a:pt x="211902" y="438150"/>
                  </a:lnTo>
                  <a:lnTo>
                    <a:pt x="204739" y="437797"/>
                  </a:lnTo>
                  <a:lnTo>
                    <a:pt x="197605" y="437092"/>
                  </a:lnTo>
                  <a:lnTo>
                    <a:pt x="190461" y="436387"/>
                  </a:lnTo>
                  <a:lnTo>
                    <a:pt x="183375" y="435340"/>
                  </a:lnTo>
                  <a:lnTo>
                    <a:pt x="176336" y="433939"/>
                  </a:lnTo>
                  <a:lnTo>
                    <a:pt x="169297" y="432539"/>
                  </a:lnTo>
                  <a:lnTo>
                    <a:pt x="128606" y="418728"/>
                  </a:lnTo>
                  <a:lnTo>
                    <a:pt x="91401" y="397240"/>
                  </a:lnTo>
                  <a:lnTo>
                    <a:pt x="64169" y="373980"/>
                  </a:lnTo>
                  <a:lnTo>
                    <a:pt x="59093" y="368912"/>
                  </a:lnTo>
                  <a:lnTo>
                    <a:pt x="54282" y="363597"/>
                  </a:lnTo>
                  <a:lnTo>
                    <a:pt x="49730" y="358054"/>
                  </a:lnTo>
                  <a:lnTo>
                    <a:pt x="45177" y="352510"/>
                  </a:lnTo>
                  <a:lnTo>
                    <a:pt x="22488" y="316020"/>
                  </a:lnTo>
                  <a:lnTo>
                    <a:pt x="7353" y="275805"/>
                  </a:lnTo>
                  <a:lnTo>
                    <a:pt x="4210" y="261813"/>
                  </a:lnTo>
                  <a:lnTo>
                    <a:pt x="2809" y="254774"/>
                  </a:lnTo>
                  <a:lnTo>
                    <a:pt x="1762" y="247688"/>
                  </a:lnTo>
                  <a:lnTo>
                    <a:pt x="1057" y="240544"/>
                  </a:lnTo>
                  <a:lnTo>
                    <a:pt x="352" y="233410"/>
                  </a:lnTo>
                  <a:lnTo>
                    <a:pt x="0" y="226247"/>
                  </a:lnTo>
                  <a:lnTo>
                    <a:pt x="0" y="219075"/>
                  </a:lnTo>
                  <a:close/>
                </a:path>
              </a:pathLst>
            </a:custGeom>
            <a:ln w="9525">
              <a:solidFill>
                <a:srgbClr val="BED2D7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20" name="object 20"/>
          <p:cNvSpPr txBox="1"/>
          <p:nvPr/>
        </p:nvSpPr>
        <p:spPr>
          <a:xfrm>
            <a:off x="7640937" y="2166715"/>
            <a:ext cx="2983865" cy="1895475"/>
          </a:xfrm>
          <a:prstGeom prst="rect">
            <a:avLst/>
          </a:prstGeom>
        </p:spPr>
        <p:txBody>
          <a:bodyPr wrap="square" lIns="0" tIns="17780" rIns="0" bIns="0" rtlCol="0" vert="horz">
            <a:spAutoFit/>
          </a:bodyPr>
          <a:lstStyle/>
          <a:p>
            <a:pPr algn="ctr" marL="50165">
              <a:lnSpc>
                <a:spcPct val="100000"/>
              </a:lnSpc>
              <a:spcBef>
                <a:spcPts val="140"/>
              </a:spcBef>
            </a:pPr>
            <a:r>
              <a:rPr dirty="0" sz="1700">
                <a:solidFill>
                  <a:srgbClr val="384653"/>
                </a:solidFill>
                <a:latin typeface="Verdana"/>
                <a:cs typeface="Verdana"/>
              </a:rPr>
              <a:t>3</a:t>
            </a:r>
            <a:endParaRPr sz="1700">
              <a:latin typeface="Verdana"/>
              <a:cs typeface="Verdana"/>
            </a:endParaRPr>
          </a:p>
          <a:p>
            <a:pPr marL="12700" marR="165100">
              <a:lnSpc>
                <a:spcPct val="107800"/>
              </a:lnSpc>
              <a:spcBef>
                <a:spcPts val="1670"/>
              </a:spcBef>
            </a:pPr>
            <a:r>
              <a:rPr dirty="0" sz="1450" spc="-80">
                <a:solidFill>
                  <a:srgbClr val="384653"/>
                </a:solidFill>
                <a:latin typeface="Verdana"/>
                <a:cs typeface="Verdana"/>
              </a:rPr>
              <a:t>Unplanned</a:t>
            </a:r>
            <a:r>
              <a:rPr dirty="0" sz="1450" spc="-15">
                <a:solidFill>
                  <a:srgbClr val="384653"/>
                </a:solidFill>
                <a:latin typeface="Verdana"/>
                <a:cs typeface="Verdana"/>
              </a:rPr>
              <a:t> </a:t>
            </a:r>
            <a:r>
              <a:rPr dirty="0" sz="1450" spc="-90">
                <a:solidFill>
                  <a:srgbClr val="384653"/>
                </a:solidFill>
                <a:latin typeface="Verdana"/>
                <a:cs typeface="Verdana"/>
              </a:rPr>
              <a:t>Datacenter</a:t>
            </a:r>
            <a:r>
              <a:rPr dirty="0" sz="1450" spc="-15">
                <a:solidFill>
                  <a:srgbClr val="384653"/>
                </a:solidFill>
                <a:latin typeface="Verdana"/>
                <a:cs typeface="Verdana"/>
              </a:rPr>
              <a:t> </a:t>
            </a:r>
            <a:r>
              <a:rPr dirty="0" sz="1450" spc="-75">
                <a:solidFill>
                  <a:srgbClr val="384653"/>
                </a:solidFill>
                <a:latin typeface="Verdana"/>
                <a:cs typeface="Verdana"/>
              </a:rPr>
              <a:t>Outage</a:t>
            </a:r>
            <a:r>
              <a:rPr dirty="0" sz="1450" spc="-10">
                <a:solidFill>
                  <a:srgbClr val="384653"/>
                </a:solidFill>
                <a:latin typeface="Verdana"/>
                <a:cs typeface="Verdana"/>
              </a:rPr>
              <a:t> </a:t>
            </a:r>
            <a:r>
              <a:rPr dirty="0" sz="1450" spc="-25">
                <a:solidFill>
                  <a:srgbClr val="384653"/>
                </a:solidFill>
                <a:latin typeface="Verdana"/>
                <a:cs typeface="Verdana"/>
              </a:rPr>
              <a:t>(2 </a:t>
            </a:r>
            <a:r>
              <a:rPr dirty="0" sz="1450" spc="-70">
                <a:solidFill>
                  <a:srgbClr val="384653"/>
                </a:solidFill>
                <a:latin typeface="Verdana"/>
                <a:cs typeface="Verdana"/>
              </a:rPr>
              <a:t>Master</a:t>
            </a:r>
            <a:r>
              <a:rPr dirty="0" sz="1450" spc="-30">
                <a:solidFill>
                  <a:srgbClr val="384653"/>
                </a:solidFill>
                <a:latin typeface="Verdana"/>
                <a:cs typeface="Verdana"/>
              </a:rPr>
              <a:t> </a:t>
            </a:r>
            <a:r>
              <a:rPr dirty="0" sz="1450" spc="-65">
                <a:solidFill>
                  <a:srgbClr val="384653"/>
                </a:solidFill>
                <a:latin typeface="Verdana"/>
                <a:cs typeface="Verdana"/>
              </a:rPr>
              <a:t>Nodes</a:t>
            </a:r>
            <a:r>
              <a:rPr dirty="0" sz="1450" spc="-30">
                <a:solidFill>
                  <a:srgbClr val="384653"/>
                </a:solidFill>
                <a:latin typeface="Verdana"/>
                <a:cs typeface="Verdana"/>
              </a:rPr>
              <a:t> </a:t>
            </a:r>
            <a:r>
              <a:rPr dirty="0" sz="1450" spc="-10">
                <a:solidFill>
                  <a:srgbClr val="384653"/>
                </a:solidFill>
                <a:latin typeface="Verdana"/>
                <a:cs typeface="Verdana"/>
              </a:rPr>
              <a:t>Impacted)</a:t>
            </a:r>
            <a:endParaRPr sz="1450">
              <a:latin typeface="Verdana"/>
              <a:cs typeface="Verdana"/>
            </a:endParaRPr>
          </a:p>
          <a:p>
            <a:pPr marL="12700" marR="5080">
              <a:lnSpc>
                <a:spcPct val="121400"/>
              </a:lnSpc>
              <a:spcBef>
                <a:spcPts val="515"/>
              </a:spcBef>
            </a:pPr>
            <a:r>
              <a:rPr dirty="0" sz="1150">
                <a:solidFill>
                  <a:srgbClr val="384653"/>
                </a:solidFill>
                <a:latin typeface="Trebuchet MS"/>
                <a:cs typeface="Trebuchet MS"/>
              </a:rPr>
              <a:t>The</a:t>
            </a:r>
            <a:r>
              <a:rPr dirty="0" sz="1150" spc="-30">
                <a:solidFill>
                  <a:srgbClr val="384653"/>
                </a:solidFill>
                <a:latin typeface="Trebuchet MS"/>
                <a:cs typeface="Trebuchet MS"/>
              </a:rPr>
              <a:t> </a:t>
            </a:r>
            <a:r>
              <a:rPr dirty="0" sz="1150">
                <a:solidFill>
                  <a:srgbClr val="384653"/>
                </a:solidFill>
                <a:latin typeface="Trebuchet MS"/>
                <a:cs typeface="Trebuchet MS"/>
              </a:rPr>
              <a:t>remaining</a:t>
            </a:r>
            <a:r>
              <a:rPr dirty="0" sz="1150" spc="-25">
                <a:solidFill>
                  <a:srgbClr val="384653"/>
                </a:solidFill>
                <a:latin typeface="Trebuchet MS"/>
                <a:cs typeface="Trebuchet MS"/>
              </a:rPr>
              <a:t> </a:t>
            </a:r>
            <a:r>
              <a:rPr dirty="0" sz="1150" spc="-20">
                <a:solidFill>
                  <a:srgbClr val="384653"/>
                </a:solidFill>
                <a:latin typeface="Trebuchet MS"/>
                <a:cs typeface="Trebuchet MS"/>
              </a:rPr>
              <a:t>'partner'</a:t>
            </a:r>
            <a:r>
              <a:rPr dirty="0" sz="1150" spc="-30">
                <a:solidFill>
                  <a:srgbClr val="384653"/>
                </a:solidFill>
                <a:latin typeface="Trebuchet MS"/>
                <a:cs typeface="Trebuchet MS"/>
              </a:rPr>
              <a:t> </a:t>
            </a:r>
            <a:r>
              <a:rPr dirty="0" sz="1150" spc="-45">
                <a:solidFill>
                  <a:srgbClr val="384653"/>
                </a:solidFill>
                <a:latin typeface="Trebuchet MS"/>
                <a:cs typeface="Trebuchet MS"/>
              </a:rPr>
              <a:t>site,</a:t>
            </a:r>
            <a:r>
              <a:rPr dirty="0" sz="1150" spc="-25">
                <a:solidFill>
                  <a:srgbClr val="384653"/>
                </a:solidFill>
                <a:latin typeface="Trebuchet MS"/>
                <a:cs typeface="Trebuchet MS"/>
              </a:rPr>
              <a:t> </a:t>
            </a:r>
            <a:r>
              <a:rPr dirty="0" sz="1150" spc="-10">
                <a:solidFill>
                  <a:srgbClr val="384653"/>
                </a:solidFill>
                <a:latin typeface="Trebuchet MS"/>
                <a:cs typeface="Trebuchet MS"/>
              </a:rPr>
              <a:t>already </a:t>
            </a:r>
            <a:r>
              <a:rPr dirty="0" sz="1150">
                <a:solidFill>
                  <a:srgbClr val="384653"/>
                </a:solidFill>
                <a:latin typeface="Trebuchet MS"/>
                <a:cs typeface="Trebuchet MS"/>
              </a:rPr>
              <a:t>configured</a:t>
            </a:r>
            <a:r>
              <a:rPr dirty="0" sz="1150" spc="-35">
                <a:solidFill>
                  <a:srgbClr val="384653"/>
                </a:solidFill>
                <a:latin typeface="Trebuchet MS"/>
                <a:cs typeface="Trebuchet MS"/>
              </a:rPr>
              <a:t> </a:t>
            </a:r>
            <a:r>
              <a:rPr dirty="0" sz="1150" spc="-25">
                <a:solidFill>
                  <a:srgbClr val="384653"/>
                </a:solidFill>
                <a:latin typeface="Trebuchet MS"/>
                <a:cs typeface="Trebuchet MS"/>
              </a:rPr>
              <a:t>with</a:t>
            </a:r>
            <a:r>
              <a:rPr dirty="0" sz="1150" spc="-30">
                <a:solidFill>
                  <a:srgbClr val="384653"/>
                </a:solidFill>
                <a:latin typeface="Trebuchet MS"/>
                <a:cs typeface="Trebuchet MS"/>
              </a:rPr>
              <a:t> </a:t>
            </a:r>
            <a:r>
              <a:rPr dirty="0" sz="1150">
                <a:solidFill>
                  <a:srgbClr val="384653"/>
                </a:solidFill>
                <a:latin typeface="Trebuchet MS"/>
                <a:cs typeface="Trebuchet MS"/>
              </a:rPr>
              <a:t>3</a:t>
            </a:r>
            <a:r>
              <a:rPr dirty="0" sz="1150" spc="-30">
                <a:solidFill>
                  <a:srgbClr val="384653"/>
                </a:solidFill>
                <a:latin typeface="Trebuchet MS"/>
                <a:cs typeface="Trebuchet MS"/>
              </a:rPr>
              <a:t> </a:t>
            </a:r>
            <a:r>
              <a:rPr dirty="0" sz="1150">
                <a:solidFill>
                  <a:srgbClr val="384653"/>
                </a:solidFill>
                <a:latin typeface="Trebuchet MS"/>
                <a:cs typeface="Trebuchet MS"/>
              </a:rPr>
              <a:t>master</a:t>
            </a:r>
            <a:r>
              <a:rPr dirty="0" sz="1150" spc="-35">
                <a:solidFill>
                  <a:srgbClr val="384653"/>
                </a:solidFill>
                <a:latin typeface="Trebuchet MS"/>
                <a:cs typeface="Trebuchet MS"/>
              </a:rPr>
              <a:t> </a:t>
            </a:r>
            <a:r>
              <a:rPr dirty="0" sz="1150">
                <a:solidFill>
                  <a:srgbClr val="384653"/>
                </a:solidFill>
                <a:latin typeface="Trebuchet MS"/>
                <a:cs typeface="Trebuchet MS"/>
              </a:rPr>
              <a:t>nodes,</a:t>
            </a:r>
            <a:r>
              <a:rPr dirty="0" sz="1150" spc="-30">
                <a:solidFill>
                  <a:srgbClr val="384653"/>
                </a:solidFill>
                <a:latin typeface="Trebuchet MS"/>
                <a:cs typeface="Trebuchet MS"/>
              </a:rPr>
              <a:t> </a:t>
            </a:r>
            <a:r>
              <a:rPr dirty="0" sz="1150" spc="-40">
                <a:solidFill>
                  <a:srgbClr val="384653"/>
                </a:solidFill>
                <a:latin typeface="Trebuchet MS"/>
                <a:cs typeface="Trebuchet MS"/>
              </a:rPr>
              <a:t>will</a:t>
            </a:r>
            <a:r>
              <a:rPr dirty="0" sz="1150" spc="-30">
                <a:solidFill>
                  <a:srgbClr val="384653"/>
                </a:solidFill>
                <a:latin typeface="Trebuchet MS"/>
                <a:cs typeface="Trebuchet MS"/>
              </a:rPr>
              <a:t> </a:t>
            </a:r>
            <a:r>
              <a:rPr dirty="0" sz="1150" spc="-10">
                <a:solidFill>
                  <a:srgbClr val="384653"/>
                </a:solidFill>
                <a:latin typeface="Trebuchet MS"/>
                <a:cs typeface="Trebuchet MS"/>
              </a:rPr>
              <a:t>continue </a:t>
            </a:r>
            <a:r>
              <a:rPr dirty="0" sz="1150" spc="-20">
                <a:solidFill>
                  <a:srgbClr val="384653"/>
                </a:solidFill>
                <a:latin typeface="Trebuchet MS"/>
                <a:cs typeface="Trebuchet MS"/>
              </a:rPr>
              <a:t>to</a:t>
            </a:r>
            <a:r>
              <a:rPr dirty="0" sz="1150" spc="-40">
                <a:solidFill>
                  <a:srgbClr val="384653"/>
                </a:solidFill>
                <a:latin typeface="Trebuchet MS"/>
                <a:cs typeface="Trebuchet MS"/>
              </a:rPr>
              <a:t> </a:t>
            </a:r>
            <a:r>
              <a:rPr dirty="0" sz="1150" spc="-10">
                <a:solidFill>
                  <a:srgbClr val="384653"/>
                </a:solidFill>
                <a:latin typeface="Trebuchet MS"/>
                <a:cs typeface="Trebuchet MS"/>
              </a:rPr>
              <a:t>function</a:t>
            </a:r>
            <a:r>
              <a:rPr dirty="0" sz="1150" spc="-35">
                <a:solidFill>
                  <a:srgbClr val="384653"/>
                </a:solidFill>
                <a:latin typeface="Trebuchet MS"/>
                <a:cs typeface="Trebuchet MS"/>
              </a:rPr>
              <a:t> </a:t>
            </a:r>
            <a:r>
              <a:rPr dirty="0" sz="1150" spc="-10">
                <a:solidFill>
                  <a:srgbClr val="384653"/>
                </a:solidFill>
                <a:latin typeface="Trebuchet MS"/>
                <a:cs typeface="Trebuchet MS"/>
              </a:rPr>
              <a:t>normally</a:t>
            </a:r>
            <a:r>
              <a:rPr dirty="0" sz="1150" spc="-40">
                <a:solidFill>
                  <a:srgbClr val="384653"/>
                </a:solidFill>
                <a:latin typeface="Trebuchet MS"/>
                <a:cs typeface="Trebuchet MS"/>
              </a:rPr>
              <a:t> </a:t>
            </a:r>
            <a:r>
              <a:rPr dirty="0" sz="1150" spc="-20">
                <a:solidFill>
                  <a:srgbClr val="384653"/>
                </a:solidFill>
                <a:latin typeface="Trebuchet MS"/>
                <a:cs typeface="Trebuchet MS"/>
              </a:rPr>
              <a:t>without</a:t>
            </a:r>
            <a:r>
              <a:rPr dirty="0" sz="1150" spc="-35">
                <a:solidFill>
                  <a:srgbClr val="384653"/>
                </a:solidFill>
                <a:latin typeface="Trebuchet MS"/>
                <a:cs typeface="Trebuchet MS"/>
              </a:rPr>
              <a:t> </a:t>
            </a:r>
            <a:r>
              <a:rPr dirty="0" sz="1150" spc="-10">
                <a:solidFill>
                  <a:srgbClr val="384653"/>
                </a:solidFill>
                <a:latin typeface="Trebuchet MS"/>
                <a:cs typeface="Trebuchet MS"/>
              </a:rPr>
              <a:t>additional </a:t>
            </a:r>
            <a:r>
              <a:rPr dirty="0" sz="1150">
                <a:solidFill>
                  <a:srgbClr val="384653"/>
                </a:solidFill>
                <a:latin typeface="Trebuchet MS"/>
                <a:cs typeface="Trebuchet MS"/>
              </a:rPr>
              <a:t>changes,</a:t>
            </a:r>
            <a:r>
              <a:rPr dirty="0" sz="1150" spc="35">
                <a:solidFill>
                  <a:srgbClr val="384653"/>
                </a:solidFill>
                <a:latin typeface="Trebuchet MS"/>
                <a:cs typeface="Trebuchet MS"/>
              </a:rPr>
              <a:t> </a:t>
            </a:r>
            <a:r>
              <a:rPr dirty="0" sz="1150">
                <a:solidFill>
                  <a:srgbClr val="384653"/>
                </a:solidFill>
                <a:latin typeface="Trebuchet MS"/>
                <a:cs typeface="Trebuchet MS"/>
              </a:rPr>
              <a:t>ensuring</a:t>
            </a:r>
            <a:r>
              <a:rPr dirty="0" sz="1150" spc="40">
                <a:solidFill>
                  <a:srgbClr val="384653"/>
                </a:solidFill>
                <a:latin typeface="Trebuchet MS"/>
                <a:cs typeface="Trebuchet MS"/>
              </a:rPr>
              <a:t> </a:t>
            </a:r>
            <a:r>
              <a:rPr dirty="0" sz="1150" spc="-30">
                <a:solidFill>
                  <a:srgbClr val="384653"/>
                </a:solidFill>
                <a:latin typeface="Trebuchet MS"/>
                <a:cs typeface="Trebuchet MS"/>
              </a:rPr>
              <a:t>uninterrupted</a:t>
            </a:r>
            <a:r>
              <a:rPr dirty="0" sz="1150" spc="40">
                <a:solidFill>
                  <a:srgbClr val="384653"/>
                </a:solidFill>
                <a:latin typeface="Trebuchet MS"/>
                <a:cs typeface="Trebuchet MS"/>
              </a:rPr>
              <a:t> </a:t>
            </a:r>
            <a:r>
              <a:rPr dirty="0" sz="1150" spc="-10">
                <a:solidFill>
                  <a:srgbClr val="384653"/>
                </a:solidFill>
                <a:latin typeface="Trebuchet MS"/>
                <a:cs typeface="Trebuchet MS"/>
              </a:rPr>
              <a:t>service.</a:t>
            </a:r>
            <a:endParaRPr sz="1150">
              <a:latin typeface="Trebuchet MS"/>
              <a:cs typeface="Trebuchet MS"/>
            </a:endParaRPr>
          </a:p>
        </p:txBody>
      </p:sp>
      <p:sp>
        <p:nvSpPr>
          <p:cNvPr id="21" name="object 21"/>
          <p:cNvSpPr txBox="1"/>
          <p:nvPr/>
        </p:nvSpPr>
        <p:spPr>
          <a:xfrm>
            <a:off x="607467" y="5659818"/>
            <a:ext cx="9498330" cy="202565"/>
          </a:xfrm>
          <a:prstGeom prst="rect">
            <a:avLst/>
          </a:prstGeom>
        </p:spPr>
        <p:txBody>
          <a:bodyPr wrap="square" lIns="0" tIns="1397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dirty="0" sz="1150">
                <a:solidFill>
                  <a:srgbClr val="384653"/>
                </a:solidFill>
                <a:latin typeface="Trebuchet MS"/>
                <a:cs typeface="Trebuchet MS"/>
              </a:rPr>
              <a:t>These</a:t>
            </a:r>
            <a:r>
              <a:rPr dirty="0" sz="1150" spc="10">
                <a:solidFill>
                  <a:srgbClr val="384653"/>
                </a:solidFill>
                <a:latin typeface="Trebuchet MS"/>
                <a:cs typeface="Trebuchet MS"/>
              </a:rPr>
              <a:t> </a:t>
            </a:r>
            <a:r>
              <a:rPr dirty="0" sz="1150">
                <a:solidFill>
                  <a:srgbClr val="384653"/>
                </a:solidFill>
                <a:latin typeface="Trebuchet MS"/>
                <a:cs typeface="Trebuchet MS"/>
              </a:rPr>
              <a:t>scenarios</a:t>
            </a:r>
            <a:r>
              <a:rPr dirty="0" sz="1150" spc="10">
                <a:solidFill>
                  <a:srgbClr val="384653"/>
                </a:solidFill>
                <a:latin typeface="Trebuchet MS"/>
                <a:cs typeface="Trebuchet MS"/>
              </a:rPr>
              <a:t> </a:t>
            </a:r>
            <a:r>
              <a:rPr dirty="0" sz="1150">
                <a:solidFill>
                  <a:srgbClr val="384653"/>
                </a:solidFill>
                <a:latin typeface="Trebuchet MS"/>
                <a:cs typeface="Trebuchet MS"/>
              </a:rPr>
              <a:t>underscore</a:t>
            </a:r>
            <a:r>
              <a:rPr dirty="0" sz="1150" spc="10">
                <a:solidFill>
                  <a:srgbClr val="384653"/>
                </a:solidFill>
                <a:latin typeface="Trebuchet MS"/>
                <a:cs typeface="Trebuchet MS"/>
              </a:rPr>
              <a:t> </a:t>
            </a:r>
            <a:r>
              <a:rPr dirty="0" sz="1150" spc="-30">
                <a:solidFill>
                  <a:srgbClr val="384653"/>
                </a:solidFill>
                <a:latin typeface="Trebuchet MS"/>
                <a:cs typeface="Trebuchet MS"/>
              </a:rPr>
              <a:t>the</a:t>
            </a:r>
            <a:r>
              <a:rPr dirty="0" sz="1150" spc="10">
                <a:solidFill>
                  <a:srgbClr val="384653"/>
                </a:solidFill>
                <a:latin typeface="Trebuchet MS"/>
                <a:cs typeface="Trebuchet MS"/>
              </a:rPr>
              <a:t> </a:t>
            </a:r>
            <a:r>
              <a:rPr dirty="0" sz="1150">
                <a:solidFill>
                  <a:srgbClr val="384653"/>
                </a:solidFill>
                <a:latin typeface="Trebuchet MS"/>
                <a:cs typeface="Trebuchet MS"/>
              </a:rPr>
              <a:t>importance</a:t>
            </a:r>
            <a:r>
              <a:rPr dirty="0" sz="1150" spc="10">
                <a:solidFill>
                  <a:srgbClr val="384653"/>
                </a:solidFill>
                <a:latin typeface="Trebuchet MS"/>
                <a:cs typeface="Trebuchet MS"/>
              </a:rPr>
              <a:t> </a:t>
            </a:r>
            <a:r>
              <a:rPr dirty="0" sz="1150">
                <a:solidFill>
                  <a:srgbClr val="384653"/>
                </a:solidFill>
                <a:latin typeface="Trebuchet MS"/>
                <a:cs typeface="Trebuchet MS"/>
              </a:rPr>
              <a:t>of</a:t>
            </a:r>
            <a:r>
              <a:rPr dirty="0" sz="1150" spc="10">
                <a:solidFill>
                  <a:srgbClr val="384653"/>
                </a:solidFill>
                <a:latin typeface="Trebuchet MS"/>
                <a:cs typeface="Trebuchet MS"/>
              </a:rPr>
              <a:t> </a:t>
            </a:r>
            <a:r>
              <a:rPr dirty="0" sz="1150" spc="-20">
                <a:solidFill>
                  <a:srgbClr val="384653"/>
                </a:solidFill>
                <a:latin typeface="Trebuchet MS"/>
                <a:cs typeface="Trebuchet MS"/>
              </a:rPr>
              <a:t>proper</a:t>
            </a:r>
            <a:r>
              <a:rPr dirty="0" sz="1150" spc="10">
                <a:solidFill>
                  <a:srgbClr val="384653"/>
                </a:solidFill>
                <a:latin typeface="Trebuchet MS"/>
                <a:cs typeface="Trebuchet MS"/>
              </a:rPr>
              <a:t> </a:t>
            </a:r>
            <a:r>
              <a:rPr dirty="0" sz="1150">
                <a:solidFill>
                  <a:srgbClr val="384653"/>
                </a:solidFill>
                <a:latin typeface="Trebuchet MS"/>
                <a:cs typeface="Trebuchet MS"/>
              </a:rPr>
              <a:t>node</a:t>
            </a:r>
            <a:r>
              <a:rPr dirty="0" sz="1150" spc="10">
                <a:solidFill>
                  <a:srgbClr val="384653"/>
                </a:solidFill>
                <a:latin typeface="Trebuchet MS"/>
                <a:cs typeface="Trebuchet MS"/>
              </a:rPr>
              <a:t> </a:t>
            </a:r>
            <a:r>
              <a:rPr dirty="0" sz="1150">
                <a:solidFill>
                  <a:srgbClr val="384653"/>
                </a:solidFill>
                <a:latin typeface="Trebuchet MS"/>
                <a:cs typeface="Trebuchet MS"/>
              </a:rPr>
              <a:t>sizing</a:t>
            </a:r>
            <a:r>
              <a:rPr dirty="0" sz="1150" spc="10">
                <a:solidFill>
                  <a:srgbClr val="384653"/>
                </a:solidFill>
                <a:latin typeface="Trebuchet MS"/>
                <a:cs typeface="Trebuchet MS"/>
              </a:rPr>
              <a:t> </a:t>
            </a:r>
            <a:r>
              <a:rPr dirty="0" sz="1150">
                <a:solidFill>
                  <a:srgbClr val="384653"/>
                </a:solidFill>
                <a:latin typeface="Trebuchet MS"/>
                <a:cs typeface="Trebuchet MS"/>
              </a:rPr>
              <a:t>and</a:t>
            </a:r>
            <a:r>
              <a:rPr dirty="0" sz="1150" spc="10">
                <a:solidFill>
                  <a:srgbClr val="384653"/>
                </a:solidFill>
                <a:latin typeface="Trebuchet MS"/>
                <a:cs typeface="Trebuchet MS"/>
              </a:rPr>
              <a:t> </a:t>
            </a:r>
            <a:r>
              <a:rPr dirty="0" sz="1150">
                <a:solidFill>
                  <a:srgbClr val="384653"/>
                </a:solidFill>
                <a:latin typeface="Trebuchet MS"/>
                <a:cs typeface="Trebuchet MS"/>
              </a:rPr>
              <a:t>shard</a:t>
            </a:r>
            <a:r>
              <a:rPr dirty="0" sz="1150" spc="10">
                <a:solidFill>
                  <a:srgbClr val="384653"/>
                </a:solidFill>
                <a:latin typeface="Trebuchet MS"/>
                <a:cs typeface="Trebuchet MS"/>
              </a:rPr>
              <a:t> </a:t>
            </a:r>
            <a:r>
              <a:rPr dirty="0" sz="1150" spc="-10">
                <a:solidFill>
                  <a:srgbClr val="384653"/>
                </a:solidFill>
                <a:latin typeface="Trebuchet MS"/>
                <a:cs typeface="Trebuchet MS"/>
              </a:rPr>
              <a:t>allocation</a:t>
            </a:r>
            <a:r>
              <a:rPr dirty="0" sz="1150" spc="10">
                <a:solidFill>
                  <a:srgbClr val="384653"/>
                </a:solidFill>
                <a:latin typeface="Trebuchet MS"/>
                <a:cs typeface="Trebuchet MS"/>
              </a:rPr>
              <a:t> </a:t>
            </a:r>
            <a:r>
              <a:rPr dirty="0" sz="1150">
                <a:solidFill>
                  <a:srgbClr val="384653"/>
                </a:solidFill>
                <a:latin typeface="Trebuchet MS"/>
                <a:cs typeface="Trebuchet MS"/>
              </a:rPr>
              <a:t>awareness</a:t>
            </a:r>
            <a:r>
              <a:rPr dirty="0" sz="1150" spc="10">
                <a:solidFill>
                  <a:srgbClr val="384653"/>
                </a:solidFill>
                <a:latin typeface="Trebuchet MS"/>
                <a:cs typeface="Trebuchet MS"/>
              </a:rPr>
              <a:t> </a:t>
            </a:r>
            <a:r>
              <a:rPr dirty="0" sz="1150" spc="-20">
                <a:solidFill>
                  <a:srgbClr val="384653"/>
                </a:solidFill>
                <a:latin typeface="Trebuchet MS"/>
                <a:cs typeface="Trebuchet MS"/>
              </a:rPr>
              <a:t>to</a:t>
            </a:r>
            <a:r>
              <a:rPr dirty="0" sz="1150" spc="10">
                <a:solidFill>
                  <a:srgbClr val="384653"/>
                </a:solidFill>
                <a:latin typeface="Trebuchet MS"/>
                <a:cs typeface="Trebuchet MS"/>
              </a:rPr>
              <a:t> </a:t>
            </a:r>
            <a:r>
              <a:rPr dirty="0" sz="1150">
                <a:solidFill>
                  <a:srgbClr val="384653"/>
                </a:solidFill>
                <a:latin typeface="Trebuchet MS"/>
                <a:cs typeface="Trebuchet MS"/>
              </a:rPr>
              <a:t>maintain</a:t>
            </a:r>
            <a:r>
              <a:rPr dirty="0" sz="1150" spc="15">
                <a:solidFill>
                  <a:srgbClr val="384653"/>
                </a:solidFill>
                <a:latin typeface="Trebuchet MS"/>
                <a:cs typeface="Trebuchet MS"/>
              </a:rPr>
              <a:t> </a:t>
            </a:r>
            <a:r>
              <a:rPr dirty="0" sz="1150" spc="-10">
                <a:solidFill>
                  <a:srgbClr val="384653"/>
                </a:solidFill>
                <a:latin typeface="Trebuchet MS"/>
                <a:cs typeface="Trebuchet MS"/>
              </a:rPr>
              <a:t>cluster</a:t>
            </a:r>
            <a:r>
              <a:rPr dirty="0" sz="1150" spc="10">
                <a:solidFill>
                  <a:srgbClr val="384653"/>
                </a:solidFill>
                <a:latin typeface="Trebuchet MS"/>
                <a:cs typeface="Trebuchet MS"/>
              </a:rPr>
              <a:t> </a:t>
            </a:r>
            <a:r>
              <a:rPr dirty="0" sz="1150" spc="-20">
                <a:solidFill>
                  <a:srgbClr val="384653"/>
                </a:solidFill>
                <a:latin typeface="Trebuchet MS"/>
                <a:cs typeface="Trebuchet MS"/>
              </a:rPr>
              <a:t>health</a:t>
            </a:r>
            <a:r>
              <a:rPr dirty="0" sz="1150" spc="10">
                <a:solidFill>
                  <a:srgbClr val="384653"/>
                </a:solidFill>
                <a:latin typeface="Trebuchet MS"/>
                <a:cs typeface="Trebuchet MS"/>
              </a:rPr>
              <a:t> </a:t>
            </a:r>
            <a:r>
              <a:rPr dirty="0" sz="1150">
                <a:solidFill>
                  <a:srgbClr val="384653"/>
                </a:solidFill>
                <a:latin typeface="Trebuchet MS"/>
                <a:cs typeface="Trebuchet MS"/>
              </a:rPr>
              <a:t>and</a:t>
            </a:r>
            <a:r>
              <a:rPr dirty="0" sz="1150" spc="10">
                <a:solidFill>
                  <a:srgbClr val="384653"/>
                </a:solidFill>
                <a:latin typeface="Trebuchet MS"/>
                <a:cs typeface="Trebuchet MS"/>
              </a:rPr>
              <a:t> </a:t>
            </a:r>
            <a:r>
              <a:rPr dirty="0" sz="1150">
                <a:solidFill>
                  <a:srgbClr val="384653"/>
                </a:solidFill>
                <a:latin typeface="Trebuchet MS"/>
                <a:cs typeface="Trebuchet MS"/>
              </a:rPr>
              <a:t>data</a:t>
            </a:r>
            <a:r>
              <a:rPr dirty="0" sz="1150" spc="10">
                <a:solidFill>
                  <a:srgbClr val="384653"/>
                </a:solidFill>
                <a:latin typeface="Trebuchet MS"/>
                <a:cs typeface="Trebuchet MS"/>
              </a:rPr>
              <a:t> </a:t>
            </a:r>
            <a:r>
              <a:rPr dirty="0" sz="1150" spc="-10">
                <a:solidFill>
                  <a:srgbClr val="384653"/>
                </a:solidFill>
                <a:latin typeface="Trebuchet MS"/>
                <a:cs typeface="Trebuchet MS"/>
              </a:rPr>
              <a:t>availability.</a:t>
            </a:r>
            <a:endParaRPr sz="1150">
              <a:latin typeface="Trebuchet MS"/>
              <a:cs typeface="Trebuchet MS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9524"/>
            <a:ext cx="11430000" cy="6429375"/>
          </a:xfrm>
          <a:custGeom>
            <a:avLst/>
            <a:gdLst/>
            <a:ahLst/>
            <a:cxnLst/>
            <a:rect l="l" t="t" r="r" b="b"/>
            <a:pathLst>
              <a:path w="11430000" h="6429375">
                <a:moveTo>
                  <a:pt x="11430000" y="6429375"/>
                </a:moveTo>
                <a:lnTo>
                  <a:pt x="0" y="6429375"/>
                </a:lnTo>
                <a:lnTo>
                  <a:pt x="0" y="0"/>
                </a:lnTo>
                <a:lnTo>
                  <a:pt x="11430000" y="0"/>
                </a:lnTo>
                <a:lnTo>
                  <a:pt x="11430000" y="6429375"/>
                </a:lnTo>
                <a:close/>
              </a:path>
            </a:pathLst>
          </a:custGeom>
          <a:solidFill>
            <a:srgbClr val="F9F9F5"/>
          </a:solidFill>
        </p:spPr>
        <p:txBody>
          <a:bodyPr wrap="square" lIns="0" tIns="0" rIns="0" bIns="0" rtlCol="0"/>
          <a:lstStyle/>
          <a:p/>
        </p:txBody>
      </p:sp>
      <p:sp>
        <p:nvSpPr>
          <p:cNvPr id="3" name="object 3"/>
          <p:cNvSpPr txBox="1"/>
          <p:nvPr/>
        </p:nvSpPr>
        <p:spPr>
          <a:xfrm>
            <a:off x="607466" y="670528"/>
            <a:ext cx="1983739" cy="211454"/>
          </a:xfrm>
          <a:prstGeom prst="rect">
            <a:avLst/>
          </a:prstGeom>
        </p:spPr>
        <p:txBody>
          <a:bodyPr wrap="square" lIns="0" tIns="1524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dirty="0" sz="1200" spc="-45">
                <a:solidFill>
                  <a:srgbClr val="2D3B4E"/>
                </a:solidFill>
                <a:latin typeface="Verdana"/>
                <a:cs typeface="Verdana"/>
              </a:rPr>
              <a:t>Migration</a:t>
            </a:r>
            <a:r>
              <a:rPr dirty="0" sz="1200" spc="-50">
                <a:solidFill>
                  <a:srgbClr val="2D3B4E"/>
                </a:solidFill>
                <a:latin typeface="Verdana"/>
                <a:cs typeface="Verdana"/>
              </a:rPr>
              <a:t> Milestones </a:t>
            </a:r>
            <a:r>
              <a:rPr dirty="0" sz="1200">
                <a:solidFill>
                  <a:srgbClr val="2D3B4E"/>
                </a:solidFill>
                <a:latin typeface="Verdana"/>
                <a:cs typeface="Verdana"/>
              </a:rPr>
              <a:t>&amp;</a:t>
            </a:r>
            <a:r>
              <a:rPr dirty="0" sz="1200" spc="-50">
                <a:solidFill>
                  <a:srgbClr val="2D3B4E"/>
                </a:solidFill>
                <a:latin typeface="Verdana"/>
                <a:cs typeface="Verdana"/>
              </a:rPr>
              <a:t> </a:t>
            </a:r>
            <a:r>
              <a:rPr dirty="0" sz="1200" spc="-25">
                <a:solidFill>
                  <a:srgbClr val="2D3B4E"/>
                </a:solidFill>
                <a:latin typeface="Verdana"/>
                <a:cs typeface="Verdana"/>
              </a:rPr>
              <a:t>Plan</a:t>
            </a:r>
            <a:endParaRPr sz="1200">
              <a:latin typeface="Verdana"/>
              <a:cs typeface="Verdana"/>
            </a:endParaRPr>
          </a:p>
        </p:txBody>
      </p:sp>
      <p:sp>
        <p:nvSpPr>
          <p:cNvPr id="4" name="object 4" descr="$PPTXTitle"/>
          <p:cNvSpPr txBox="1">
            <a:spLocks noGrp="1"/>
          </p:cNvSpPr>
          <p:nvPr>
            <p:ph type="title"/>
          </p:nvPr>
        </p:nvSpPr>
        <p:spPr>
          <a:xfrm>
            <a:off x="607466" y="886936"/>
            <a:ext cx="7419340" cy="397510"/>
          </a:xfrm>
          <a:prstGeom prst="rect"/>
        </p:spPr>
        <p:txBody>
          <a:bodyPr wrap="square" lIns="0" tIns="1143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dirty="0" sz="2450" spc="-105"/>
              <a:t>Phased</a:t>
            </a:r>
            <a:r>
              <a:rPr dirty="0" sz="2450" spc="-80"/>
              <a:t> </a:t>
            </a:r>
            <a:r>
              <a:rPr dirty="0" sz="2450" spc="-100"/>
              <a:t>Approach</a:t>
            </a:r>
            <a:r>
              <a:rPr dirty="0" sz="2450" spc="-75"/>
              <a:t> </a:t>
            </a:r>
            <a:r>
              <a:rPr dirty="0" sz="2450" spc="-120"/>
              <a:t>to</a:t>
            </a:r>
            <a:r>
              <a:rPr dirty="0" sz="2450" spc="-80"/>
              <a:t> </a:t>
            </a:r>
            <a:r>
              <a:rPr dirty="0" sz="2450" spc="-130"/>
              <a:t>Elasticsearch</a:t>
            </a:r>
            <a:r>
              <a:rPr dirty="0" sz="2450" spc="-80"/>
              <a:t> </a:t>
            </a:r>
            <a:r>
              <a:rPr dirty="0" sz="2450" spc="-110"/>
              <a:t>DC</a:t>
            </a:r>
            <a:r>
              <a:rPr dirty="0" sz="2450" spc="-75"/>
              <a:t> </a:t>
            </a:r>
            <a:r>
              <a:rPr dirty="0" sz="2450" spc="-165"/>
              <a:t>Exit</a:t>
            </a:r>
            <a:r>
              <a:rPr dirty="0" sz="2450" spc="-85"/>
              <a:t> </a:t>
            </a:r>
            <a:r>
              <a:rPr dirty="0" sz="2450" spc="-80"/>
              <a:t>Migration</a:t>
            </a:r>
            <a:endParaRPr sz="2450"/>
          </a:p>
        </p:txBody>
      </p:sp>
      <p:sp>
        <p:nvSpPr>
          <p:cNvPr id="5" name="object 5"/>
          <p:cNvSpPr txBox="1"/>
          <p:nvPr/>
        </p:nvSpPr>
        <p:spPr>
          <a:xfrm>
            <a:off x="607466" y="1431328"/>
            <a:ext cx="10017125" cy="349250"/>
          </a:xfrm>
          <a:prstGeom prst="rect">
            <a:avLst/>
          </a:prstGeom>
        </p:spPr>
        <p:txBody>
          <a:bodyPr wrap="square" lIns="0" tIns="12065" rIns="0" bIns="0" rtlCol="0" vert="horz">
            <a:spAutoFit/>
          </a:bodyPr>
          <a:lstStyle/>
          <a:p>
            <a:pPr marL="12700" marR="5080">
              <a:lnSpc>
                <a:spcPct val="111800"/>
              </a:lnSpc>
              <a:spcBef>
                <a:spcPts val="95"/>
              </a:spcBef>
            </a:pPr>
            <a:r>
              <a:rPr dirty="0" sz="950">
                <a:solidFill>
                  <a:srgbClr val="384653"/>
                </a:solidFill>
                <a:latin typeface="Trebuchet MS"/>
                <a:cs typeface="Trebuchet MS"/>
              </a:rPr>
              <a:t>The</a:t>
            </a:r>
            <a:r>
              <a:rPr dirty="0" sz="950" spc="5">
                <a:solidFill>
                  <a:srgbClr val="384653"/>
                </a:solidFill>
                <a:latin typeface="Trebuchet MS"/>
                <a:cs typeface="Trebuchet MS"/>
              </a:rPr>
              <a:t> </a:t>
            </a:r>
            <a:r>
              <a:rPr dirty="0" sz="950">
                <a:solidFill>
                  <a:srgbClr val="384653"/>
                </a:solidFill>
                <a:latin typeface="Trebuchet MS"/>
                <a:cs typeface="Trebuchet MS"/>
              </a:rPr>
              <a:t>Elasticsearch</a:t>
            </a:r>
            <a:r>
              <a:rPr dirty="0" sz="950" spc="10">
                <a:solidFill>
                  <a:srgbClr val="384653"/>
                </a:solidFill>
                <a:latin typeface="Trebuchet MS"/>
                <a:cs typeface="Trebuchet MS"/>
              </a:rPr>
              <a:t> </a:t>
            </a:r>
            <a:r>
              <a:rPr dirty="0" sz="950" spc="55">
                <a:solidFill>
                  <a:srgbClr val="384653"/>
                </a:solidFill>
                <a:latin typeface="Trebuchet MS"/>
                <a:cs typeface="Trebuchet MS"/>
              </a:rPr>
              <a:t>DC</a:t>
            </a:r>
            <a:r>
              <a:rPr dirty="0" sz="950" spc="10">
                <a:solidFill>
                  <a:srgbClr val="384653"/>
                </a:solidFill>
                <a:latin typeface="Trebuchet MS"/>
                <a:cs typeface="Trebuchet MS"/>
              </a:rPr>
              <a:t> </a:t>
            </a:r>
            <a:r>
              <a:rPr dirty="0" sz="950" spc="-20">
                <a:solidFill>
                  <a:srgbClr val="384653"/>
                </a:solidFill>
                <a:latin typeface="Trebuchet MS"/>
                <a:cs typeface="Trebuchet MS"/>
              </a:rPr>
              <a:t>exit</a:t>
            </a:r>
            <a:r>
              <a:rPr dirty="0" sz="950" spc="5">
                <a:solidFill>
                  <a:srgbClr val="384653"/>
                </a:solidFill>
                <a:latin typeface="Trebuchet MS"/>
                <a:cs typeface="Trebuchet MS"/>
              </a:rPr>
              <a:t> </a:t>
            </a:r>
            <a:r>
              <a:rPr dirty="0" sz="950">
                <a:solidFill>
                  <a:srgbClr val="384653"/>
                </a:solidFill>
                <a:latin typeface="Trebuchet MS"/>
                <a:cs typeface="Trebuchet MS"/>
              </a:rPr>
              <a:t>migration</a:t>
            </a:r>
            <a:r>
              <a:rPr dirty="0" sz="950" spc="10">
                <a:solidFill>
                  <a:srgbClr val="384653"/>
                </a:solidFill>
                <a:latin typeface="Trebuchet MS"/>
                <a:cs typeface="Trebuchet MS"/>
              </a:rPr>
              <a:t> </a:t>
            </a:r>
            <a:r>
              <a:rPr dirty="0" sz="950" spc="-25">
                <a:solidFill>
                  <a:srgbClr val="384653"/>
                </a:solidFill>
                <a:latin typeface="Trebuchet MS"/>
                <a:cs typeface="Trebuchet MS"/>
              </a:rPr>
              <a:t>will</a:t>
            </a:r>
            <a:r>
              <a:rPr dirty="0" sz="950" spc="10">
                <a:solidFill>
                  <a:srgbClr val="384653"/>
                </a:solidFill>
                <a:latin typeface="Trebuchet MS"/>
                <a:cs typeface="Trebuchet MS"/>
              </a:rPr>
              <a:t> </a:t>
            </a:r>
            <a:r>
              <a:rPr dirty="0" sz="950">
                <a:solidFill>
                  <a:srgbClr val="384653"/>
                </a:solidFill>
                <a:latin typeface="Trebuchet MS"/>
                <a:cs typeface="Trebuchet MS"/>
              </a:rPr>
              <a:t>follow</a:t>
            </a:r>
            <a:r>
              <a:rPr dirty="0" sz="950" spc="5">
                <a:solidFill>
                  <a:srgbClr val="384653"/>
                </a:solidFill>
                <a:latin typeface="Trebuchet MS"/>
                <a:cs typeface="Trebuchet MS"/>
              </a:rPr>
              <a:t> </a:t>
            </a:r>
            <a:r>
              <a:rPr dirty="0" sz="950">
                <a:solidFill>
                  <a:srgbClr val="384653"/>
                </a:solidFill>
                <a:latin typeface="Trebuchet MS"/>
                <a:cs typeface="Trebuchet MS"/>
              </a:rPr>
              <a:t>a</a:t>
            </a:r>
            <a:r>
              <a:rPr dirty="0" sz="950" spc="10">
                <a:solidFill>
                  <a:srgbClr val="384653"/>
                </a:solidFill>
                <a:latin typeface="Trebuchet MS"/>
                <a:cs typeface="Trebuchet MS"/>
              </a:rPr>
              <a:t> </a:t>
            </a:r>
            <a:r>
              <a:rPr dirty="0" sz="950" spc="-20">
                <a:solidFill>
                  <a:srgbClr val="384653"/>
                </a:solidFill>
                <a:latin typeface="Trebuchet MS"/>
                <a:cs typeface="Trebuchet MS"/>
              </a:rPr>
              <a:t>structured,</a:t>
            </a:r>
            <a:r>
              <a:rPr dirty="0" sz="950" spc="10">
                <a:solidFill>
                  <a:srgbClr val="384653"/>
                </a:solidFill>
                <a:latin typeface="Trebuchet MS"/>
                <a:cs typeface="Trebuchet MS"/>
              </a:rPr>
              <a:t> </a:t>
            </a:r>
            <a:r>
              <a:rPr dirty="0" sz="950">
                <a:solidFill>
                  <a:srgbClr val="384653"/>
                </a:solidFill>
                <a:latin typeface="Trebuchet MS"/>
                <a:cs typeface="Trebuchet MS"/>
              </a:rPr>
              <a:t>phased</a:t>
            </a:r>
            <a:r>
              <a:rPr dirty="0" sz="950" spc="5">
                <a:solidFill>
                  <a:srgbClr val="384653"/>
                </a:solidFill>
                <a:latin typeface="Trebuchet MS"/>
                <a:cs typeface="Trebuchet MS"/>
              </a:rPr>
              <a:t> </a:t>
            </a:r>
            <a:r>
              <a:rPr dirty="0" sz="950" spc="-10">
                <a:solidFill>
                  <a:srgbClr val="384653"/>
                </a:solidFill>
                <a:latin typeface="Trebuchet MS"/>
                <a:cs typeface="Trebuchet MS"/>
              </a:rPr>
              <a:t>approach,</a:t>
            </a:r>
            <a:r>
              <a:rPr dirty="0" sz="950" spc="10">
                <a:solidFill>
                  <a:srgbClr val="384653"/>
                </a:solidFill>
                <a:latin typeface="Trebuchet MS"/>
                <a:cs typeface="Trebuchet MS"/>
              </a:rPr>
              <a:t> </a:t>
            </a:r>
            <a:r>
              <a:rPr dirty="0" sz="950">
                <a:solidFill>
                  <a:srgbClr val="384653"/>
                </a:solidFill>
                <a:latin typeface="Trebuchet MS"/>
                <a:cs typeface="Trebuchet MS"/>
              </a:rPr>
              <a:t>beginning</a:t>
            </a:r>
            <a:r>
              <a:rPr dirty="0" sz="950" spc="10">
                <a:solidFill>
                  <a:srgbClr val="384653"/>
                </a:solidFill>
                <a:latin typeface="Trebuchet MS"/>
                <a:cs typeface="Trebuchet MS"/>
              </a:rPr>
              <a:t> </a:t>
            </a:r>
            <a:r>
              <a:rPr dirty="0" sz="950">
                <a:solidFill>
                  <a:srgbClr val="384653"/>
                </a:solidFill>
                <a:latin typeface="Trebuchet MS"/>
                <a:cs typeface="Trebuchet MS"/>
              </a:rPr>
              <a:t>on</a:t>
            </a:r>
            <a:r>
              <a:rPr dirty="0" sz="950" spc="5">
                <a:solidFill>
                  <a:srgbClr val="384653"/>
                </a:solidFill>
                <a:latin typeface="Trebuchet MS"/>
                <a:cs typeface="Trebuchet MS"/>
              </a:rPr>
              <a:t> </a:t>
            </a:r>
            <a:r>
              <a:rPr dirty="0" sz="950">
                <a:solidFill>
                  <a:srgbClr val="384653"/>
                </a:solidFill>
                <a:latin typeface="Trebuchet MS"/>
                <a:cs typeface="Trebuchet MS"/>
              </a:rPr>
              <a:t>February</a:t>
            </a:r>
            <a:r>
              <a:rPr dirty="0" sz="950" spc="10">
                <a:solidFill>
                  <a:srgbClr val="384653"/>
                </a:solidFill>
                <a:latin typeface="Trebuchet MS"/>
                <a:cs typeface="Trebuchet MS"/>
              </a:rPr>
              <a:t> </a:t>
            </a:r>
            <a:r>
              <a:rPr dirty="0" sz="950" spc="-30">
                <a:solidFill>
                  <a:srgbClr val="384653"/>
                </a:solidFill>
                <a:latin typeface="Trebuchet MS"/>
                <a:cs typeface="Trebuchet MS"/>
              </a:rPr>
              <a:t>18,</a:t>
            </a:r>
            <a:r>
              <a:rPr dirty="0" sz="950" spc="10">
                <a:solidFill>
                  <a:srgbClr val="384653"/>
                </a:solidFill>
                <a:latin typeface="Trebuchet MS"/>
                <a:cs typeface="Trebuchet MS"/>
              </a:rPr>
              <a:t> </a:t>
            </a:r>
            <a:r>
              <a:rPr dirty="0" sz="950">
                <a:solidFill>
                  <a:srgbClr val="384653"/>
                </a:solidFill>
                <a:latin typeface="Trebuchet MS"/>
                <a:cs typeface="Trebuchet MS"/>
              </a:rPr>
              <a:t>2026,</a:t>
            </a:r>
            <a:r>
              <a:rPr dirty="0" sz="950" spc="5">
                <a:solidFill>
                  <a:srgbClr val="384653"/>
                </a:solidFill>
                <a:latin typeface="Trebuchet MS"/>
                <a:cs typeface="Trebuchet MS"/>
              </a:rPr>
              <a:t> </a:t>
            </a:r>
            <a:r>
              <a:rPr dirty="0" sz="950">
                <a:solidFill>
                  <a:srgbClr val="384653"/>
                </a:solidFill>
                <a:latin typeface="Trebuchet MS"/>
                <a:cs typeface="Trebuchet MS"/>
              </a:rPr>
              <a:t>and</a:t>
            </a:r>
            <a:r>
              <a:rPr dirty="0" sz="950" spc="10">
                <a:solidFill>
                  <a:srgbClr val="384653"/>
                </a:solidFill>
                <a:latin typeface="Trebuchet MS"/>
                <a:cs typeface="Trebuchet MS"/>
              </a:rPr>
              <a:t> </a:t>
            </a:r>
            <a:r>
              <a:rPr dirty="0" sz="950" spc="-10">
                <a:solidFill>
                  <a:srgbClr val="384653"/>
                </a:solidFill>
                <a:latin typeface="Trebuchet MS"/>
                <a:cs typeface="Trebuchet MS"/>
              </a:rPr>
              <a:t>targeting</a:t>
            </a:r>
            <a:r>
              <a:rPr dirty="0" sz="950">
                <a:solidFill>
                  <a:srgbClr val="384653"/>
                </a:solidFill>
                <a:latin typeface="Trebuchet MS"/>
                <a:cs typeface="Trebuchet MS"/>
              </a:rPr>
              <a:t> completion</a:t>
            </a:r>
            <a:r>
              <a:rPr dirty="0" sz="950" spc="10">
                <a:solidFill>
                  <a:srgbClr val="384653"/>
                </a:solidFill>
                <a:latin typeface="Trebuchet MS"/>
                <a:cs typeface="Trebuchet MS"/>
              </a:rPr>
              <a:t> </a:t>
            </a:r>
            <a:r>
              <a:rPr dirty="0" sz="950">
                <a:solidFill>
                  <a:srgbClr val="384653"/>
                </a:solidFill>
                <a:latin typeface="Trebuchet MS"/>
                <a:cs typeface="Trebuchet MS"/>
              </a:rPr>
              <a:t>by</a:t>
            </a:r>
            <a:r>
              <a:rPr dirty="0" sz="950" spc="10">
                <a:solidFill>
                  <a:srgbClr val="384653"/>
                </a:solidFill>
                <a:latin typeface="Trebuchet MS"/>
                <a:cs typeface="Trebuchet MS"/>
              </a:rPr>
              <a:t> </a:t>
            </a:r>
            <a:r>
              <a:rPr dirty="0" sz="950">
                <a:solidFill>
                  <a:srgbClr val="384653"/>
                </a:solidFill>
                <a:latin typeface="Trebuchet MS"/>
                <a:cs typeface="Trebuchet MS"/>
              </a:rPr>
              <a:t>September</a:t>
            </a:r>
            <a:r>
              <a:rPr dirty="0" sz="950" spc="10">
                <a:solidFill>
                  <a:srgbClr val="384653"/>
                </a:solidFill>
                <a:latin typeface="Trebuchet MS"/>
                <a:cs typeface="Trebuchet MS"/>
              </a:rPr>
              <a:t> </a:t>
            </a:r>
            <a:r>
              <a:rPr dirty="0" sz="950" spc="-30">
                <a:solidFill>
                  <a:srgbClr val="384653"/>
                </a:solidFill>
                <a:latin typeface="Trebuchet MS"/>
                <a:cs typeface="Trebuchet MS"/>
              </a:rPr>
              <a:t>30,</a:t>
            </a:r>
            <a:r>
              <a:rPr dirty="0" sz="950" spc="5">
                <a:solidFill>
                  <a:srgbClr val="384653"/>
                </a:solidFill>
                <a:latin typeface="Trebuchet MS"/>
                <a:cs typeface="Trebuchet MS"/>
              </a:rPr>
              <a:t> </a:t>
            </a:r>
            <a:r>
              <a:rPr dirty="0" sz="950">
                <a:solidFill>
                  <a:srgbClr val="384653"/>
                </a:solidFill>
                <a:latin typeface="Trebuchet MS"/>
                <a:cs typeface="Trebuchet MS"/>
              </a:rPr>
              <a:t>2026.</a:t>
            </a:r>
            <a:r>
              <a:rPr dirty="0" sz="950" spc="-15">
                <a:solidFill>
                  <a:srgbClr val="384653"/>
                </a:solidFill>
                <a:latin typeface="Trebuchet MS"/>
                <a:cs typeface="Trebuchet MS"/>
              </a:rPr>
              <a:t> </a:t>
            </a:r>
            <a:r>
              <a:rPr dirty="0" sz="950">
                <a:solidFill>
                  <a:srgbClr val="384653"/>
                </a:solidFill>
                <a:latin typeface="Trebuchet MS"/>
                <a:cs typeface="Trebuchet MS"/>
              </a:rPr>
              <a:t>This</a:t>
            </a:r>
            <a:r>
              <a:rPr dirty="0" sz="950" spc="10">
                <a:solidFill>
                  <a:srgbClr val="384653"/>
                </a:solidFill>
                <a:latin typeface="Trebuchet MS"/>
                <a:cs typeface="Trebuchet MS"/>
              </a:rPr>
              <a:t> </a:t>
            </a:r>
            <a:r>
              <a:rPr dirty="0" sz="950" spc="-20">
                <a:solidFill>
                  <a:srgbClr val="384653"/>
                </a:solidFill>
                <a:latin typeface="Trebuchet MS"/>
                <a:cs typeface="Trebuchet MS"/>
              </a:rPr>
              <a:t>timeline</a:t>
            </a:r>
            <a:r>
              <a:rPr dirty="0" sz="950" spc="5">
                <a:solidFill>
                  <a:srgbClr val="384653"/>
                </a:solidFill>
                <a:latin typeface="Trebuchet MS"/>
                <a:cs typeface="Trebuchet MS"/>
              </a:rPr>
              <a:t> </a:t>
            </a:r>
            <a:r>
              <a:rPr dirty="0" sz="950" spc="-10">
                <a:solidFill>
                  <a:srgbClr val="384653"/>
                </a:solidFill>
                <a:latin typeface="Trebuchet MS"/>
                <a:cs typeface="Trebuchet MS"/>
              </a:rPr>
              <a:t>ensures careful</a:t>
            </a:r>
            <a:r>
              <a:rPr dirty="0" sz="950" spc="-5">
                <a:solidFill>
                  <a:srgbClr val="384653"/>
                </a:solidFill>
                <a:latin typeface="Trebuchet MS"/>
                <a:cs typeface="Trebuchet MS"/>
              </a:rPr>
              <a:t> </a:t>
            </a:r>
            <a:r>
              <a:rPr dirty="0" sz="950" spc="-10">
                <a:solidFill>
                  <a:srgbClr val="384653"/>
                </a:solidFill>
                <a:latin typeface="Trebuchet MS"/>
                <a:cs typeface="Trebuchet MS"/>
              </a:rPr>
              <a:t>planning,</a:t>
            </a:r>
            <a:r>
              <a:rPr dirty="0" sz="950" spc="-5">
                <a:solidFill>
                  <a:srgbClr val="384653"/>
                </a:solidFill>
                <a:latin typeface="Trebuchet MS"/>
                <a:cs typeface="Trebuchet MS"/>
              </a:rPr>
              <a:t> </a:t>
            </a:r>
            <a:r>
              <a:rPr dirty="0" sz="950" spc="-20">
                <a:solidFill>
                  <a:srgbClr val="384653"/>
                </a:solidFill>
                <a:latin typeface="Trebuchet MS"/>
                <a:cs typeface="Trebuchet MS"/>
              </a:rPr>
              <a:t>execution,</a:t>
            </a:r>
            <a:r>
              <a:rPr dirty="0" sz="950">
                <a:solidFill>
                  <a:srgbClr val="384653"/>
                </a:solidFill>
                <a:latin typeface="Trebuchet MS"/>
                <a:cs typeface="Trebuchet MS"/>
              </a:rPr>
              <a:t> and</a:t>
            </a:r>
            <a:r>
              <a:rPr dirty="0" sz="950" spc="-5">
                <a:solidFill>
                  <a:srgbClr val="384653"/>
                </a:solidFill>
                <a:latin typeface="Trebuchet MS"/>
                <a:cs typeface="Trebuchet MS"/>
              </a:rPr>
              <a:t> </a:t>
            </a:r>
            <a:r>
              <a:rPr dirty="0" sz="950" spc="-10">
                <a:solidFill>
                  <a:srgbClr val="384653"/>
                </a:solidFill>
                <a:latin typeface="Trebuchet MS"/>
                <a:cs typeface="Trebuchet MS"/>
              </a:rPr>
              <a:t>validation</a:t>
            </a:r>
            <a:r>
              <a:rPr dirty="0" sz="950" spc="-5">
                <a:solidFill>
                  <a:srgbClr val="384653"/>
                </a:solidFill>
                <a:latin typeface="Trebuchet MS"/>
                <a:cs typeface="Trebuchet MS"/>
              </a:rPr>
              <a:t> </a:t>
            </a:r>
            <a:r>
              <a:rPr dirty="0" sz="950">
                <a:solidFill>
                  <a:srgbClr val="384653"/>
                </a:solidFill>
                <a:latin typeface="Trebuchet MS"/>
                <a:cs typeface="Trebuchet MS"/>
              </a:rPr>
              <a:t>for each</a:t>
            </a:r>
            <a:r>
              <a:rPr dirty="0" sz="950" spc="-5">
                <a:solidFill>
                  <a:srgbClr val="384653"/>
                </a:solidFill>
                <a:latin typeface="Trebuchet MS"/>
                <a:cs typeface="Trebuchet MS"/>
              </a:rPr>
              <a:t> </a:t>
            </a:r>
            <a:r>
              <a:rPr dirty="0" sz="950" spc="-10">
                <a:solidFill>
                  <a:srgbClr val="384653"/>
                </a:solidFill>
                <a:latin typeface="Trebuchet MS"/>
                <a:cs typeface="Trebuchet MS"/>
              </a:rPr>
              <a:t>environment.</a:t>
            </a:r>
            <a:endParaRPr sz="950">
              <a:latin typeface="Trebuchet MS"/>
              <a:cs typeface="Trebuchet MS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619125" y="3063701"/>
            <a:ext cx="10191750" cy="514350"/>
            <a:chOff x="619125" y="3063701"/>
            <a:chExt cx="10191750" cy="514350"/>
          </a:xfrm>
        </p:grpSpPr>
        <p:sp>
          <p:nvSpPr>
            <p:cNvPr id="7" name="object 7"/>
            <p:cNvSpPr/>
            <p:nvPr/>
          </p:nvSpPr>
          <p:spPr>
            <a:xfrm>
              <a:off x="619125" y="3063709"/>
              <a:ext cx="10191750" cy="394335"/>
            </a:xfrm>
            <a:custGeom>
              <a:avLst/>
              <a:gdLst/>
              <a:ahLst/>
              <a:cxnLst/>
              <a:rect l="l" t="t" r="r" b="b"/>
              <a:pathLst>
                <a:path w="10191750" h="394335">
                  <a:moveTo>
                    <a:pt x="2009762" y="6896"/>
                  </a:moveTo>
                  <a:lnTo>
                    <a:pt x="2008835" y="4648"/>
                  </a:lnTo>
                  <a:lnTo>
                    <a:pt x="2005114" y="927"/>
                  </a:lnTo>
                  <a:lnTo>
                    <a:pt x="2002866" y="0"/>
                  </a:lnTo>
                  <a:lnTo>
                    <a:pt x="1997608" y="0"/>
                  </a:lnTo>
                  <a:lnTo>
                    <a:pt x="1995360" y="927"/>
                  </a:lnTo>
                  <a:lnTo>
                    <a:pt x="1991652" y="4648"/>
                  </a:lnTo>
                  <a:lnTo>
                    <a:pt x="1990712" y="6896"/>
                  </a:lnTo>
                  <a:lnTo>
                    <a:pt x="1990712" y="361950"/>
                  </a:lnTo>
                  <a:lnTo>
                    <a:pt x="1990712" y="364578"/>
                  </a:lnTo>
                  <a:lnTo>
                    <a:pt x="1991652" y="366826"/>
                  </a:lnTo>
                  <a:lnTo>
                    <a:pt x="1995360" y="370535"/>
                  </a:lnTo>
                  <a:lnTo>
                    <a:pt x="1997608" y="371475"/>
                  </a:lnTo>
                  <a:lnTo>
                    <a:pt x="2002866" y="371475"/>
                  </a:lnTo>
                  <a:lnTo>
                    <a:pt x="2005114" y="370535"/>
                  </a:lnTo>
                  <a:lnTo>
                    <a:pt x="2008835" y="366826"/>
                  </a:lnTo>
                  <a:lnTo>
                    <a:pt x="2009762" y="364578"/>
                  </a:lnTo>
                  <a:lnTo>
                    <a:pt x="2009762" y="6896"/>
                  </a:lnTo>
                  <a:close/>
                </a:path>
                <a:path w="10191750" h="394335">
                  <a:moveTo>
                    <a:pt x="10191750" y="381723"/>
                  </a:moveTo>
                  <a:lnTo>
                    <a:pt x="10190810" y="379476"/>
                  </a:lnTo>
                  <a:lnTo>
                    <a:pt x="10187102" y="375754"/>
                  </a:lnTo>
                  <a:lnTo>
                    <a:pt x="10184854" y="374827"/>
                  </a:lnTo>
                  <a:lnTo>
                    <a:pt x="6896" y="374827"/>
                  </a:lnTo>
                  <a:lnTo>
                    <a:pt x="4648" y="375754"/>
                  </a:lnTo>
                  <a:lnTo>
                    <a:pt x="927" y="379476"/>
                  </a:lnTo>
                  <a:lnTo>
                    <a:pt x="0" y="381723"/>
                  </a:lnTo>
                  <a:lnTo>
                    <a:pt x="0" y="384352"/>
                  </a:lnTo>
                  <a:lnTo>
                    <a:pt x="0" y="386981"/>
                  </a:lnTo>
                  <a:lnTo>
                    <a:pt x="927" y="389229"/>
                  </a:lnTo>
                  <a:lnTo>
                    <a:pt x="4648" y="392938"/>
                  </a:lnTo>
                  <a:lnTo>
                    <a:pt x="6896" y="393877"/>
                  </a:lnTo>
                  <a:lnTo>
                    <a:pt x="10184854" y="393877"/>
                  </a:lnTo>
                  <a:lnTo>
                    <a:pt x="10187102" y="392938"/>
                  </a:lnTo>
                  <a:lnTo>
                    <a:pt x="10190810" y="389229"/>
                  </a:lnTo>
                  <a:lnTo>
                    <a:pt x="10191750" y="386981"/>
                  </a:lnTo>
                  <a:lnTo>
                    <a:pt x="10191750" y="381723"/>
                  </a:lnTo>
                  <a:close/>
                </a:path>
              </a:pathLst>
            </a:custGeom>
            <a:solidFill>
              <a:srgbClr val="BED2D7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8" name="object 8"/>
            <p:cNvSpPr/>
            <p:nvPr/>
          </p:nvSpPr>
          <p:spPr>
            <a:xfrm>
              <a:off x="2490785" y="3306588"/>
              <a:ext cx="266700" cy="266700"/>
            </a:xfrm>
            <a:custGeom>
              <a:avLst/>
              <a:gdLst/>
              <a:ahLst/>
              <a:cxnLst/>
              <a:rect l="l" t="t" r="r" b="b"/>
              <a:pathLst>
                <a:path w="266700" h="266700">
                  <a:moveTo>
                    <a:pt x="228048" y="266700"/>
                  </a:moveTo>
                  <a:lnTo>
                    <a:pt x="38654" y="266700"/>
                  </a:lnTo>
                  <a:lnTo>
                    <a:pt x="30942" y="265992"/>
                  </a:lnTo>
                  <a:lnTo>
                    <a:pt x="707" y="235757"/>
                  </a:lnTo>
                  <a:lnTo>
                    <a:pt x="0" y="228045"/>
                  </a:lnTo>
                  <a:lnTo>
                    <a:pt x="0" y="38654"/>
                  </a:lnTo>
                  <a:lnTo>
                    <a:pt x="23816" y="2830"/>
                  </a:lnTo>
                  <a:lnTo>
                    <a:pt x="38654" y="0"/>
                  </a:lnTo>
                  <a:lnTo>
                    <a:pt x="228048" y="0"/>
                  </a:lnTo>
                  <a:lnTo>
                    <a:pt x="263869" y="23814"/>
                  </a:lnTo>
                  <a:lnTo>
                    <a:pt x="266700" y="38654"/>
                  </a:lnTo>
                  <a:lnTo>
                    <a:pt x="266700" y="228045"/>
                  </a:lnTo>
                  <a:lnTo>
                    <a:pt x="242886" y="263869"/>
                  </a:lnTo>
                  <a:lnTo>
                    <a:pt x="228048" y="266700"/>
                  </a:lnTo>
                  <a:close/>
                </a:path>
              </a:pathLst>
            </a:custGeom>
            <a:solidFill>
              <a:srgbClr val="D9ECF1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9" name="object 9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2495550" y="3311351"/>
              <a:ext cx="257175" cy="257175"/>
            </a:xfrm>
            <a:prstGeom prst="rect">
              <a:avLst/>
            </a:prstGeom>
          </p:spPr>
        </p:pic>
        <p:sp>
          <p:nvSpPr>
            <p:cNvPr id="10" name="object 10"/>
            <p:cNvSpPr/>
            <p:nvPr/>
          </p:nvSpPr>
          <p:spPr>
            <a:xfrm>
              <a:off x="2490787" y="3306587"/>
              <a:ext cx="266700" cy="266700"/>
            </a:xfrm>
            <a:custGeom>
              <a:avLst/>
              <a:gdLst/>
              <a:ahLst/>
              <a:cxnLst/>
              <a:rect l="l" t="t" r="r" b="b"/>
              <a:pathLst>
                <a:path w="266700" h="266700">
                  <a:moveTo>
                    <a:pt x="0" y="228047"/>
                  </a:moveTo>
                  <a:lnTo>
                    <a:pt x="0" y="38652"/>
                  </a:lnTo>
                  <a:lnTo>
                    <a:pt x="0" y="33528"/>
                  </a:lnTo>
                  <a:lnTo>
                    <a:pt x="981" y="28594"/>
                  </a:lnTo>
                  <a:lnTo>
                    <a:pt x="2943" y="23860"/>
                  </a:lnTo>
                  <a:lnTo>
                    <a:pt x="4905" y="19126"/>
                  </a:lnTo>
                  <a:lnTo>
                    <a:pt x="7696" y="14944"/>
                  </a:lnTo>
                  <a:lnTo>
                    <a:pt x="11325" y="11325"/>
                  </a:lnTo>
                  <a:lnTo>
                    <a:pt x="14944" y="7696"/>
                  </a:lnTo>
                  <a:lnTo>
                    <a:pt x="19126" y="4905"/>
                  </a:lnTo>
                  <a:lnTo>
                    <a:pt x="23860" y="2943"/>
                  </a:lnTo>
                  <a:lnTo>
                    <a:pt x="28594" y="981"/>
                  </a:lnTo>
                  <a:lnTo>
                    <a:pt x="33528" y="0"/>
                  </a:lnTo>
                  <a:lnTo>
                    <a:pt x="38652" y="0"/>
                  </a:lnTo>
                  <a:lnTo>
                    <a:pt x="228047" y="0"/>
                  </a:lnTo>
                  <a:lnTo>
                    <a:pt x="233172" y="0"/>
                  </a:lnTo>
                  <a:lnTo>
                    <a:pt x="238105" y="981"/>
                  </a:lnTo>
                  <a:lnTo>
                    <a:pt x="242839" y="2943"/>
                  </a:lnTo>
                  <a:lnTo>
                    <a:pt x="247573" y="4905"/>
                  </a:lnTo>
                  <a:lnTo>
                    <a:pt x="251755" y="7696"/>
                  </a:lnTo>
                  <a:lnTo>
                    <a:pt x="255374" y="11325"/>
                  </a:lnTo>
                  <a:lnTo>
                    <a:pt x="259003" y="14944"/>
                  </a:lnTo>
                  <a:lnTo>
                    <a:pt x="261794" y="19126"/>
                  </a:lnTo>
                  <a:lnTo>
                    <a:pt x="263756" y="23860"/>
                  </a:lnTo>
                  <a:lnTo>
                    <a:pt x="265718" y="28594"/>
                  </a:lnTo>
                  <a:lnTo>
                    <a:pt x="266700" y="33528"/>
                  </a:lnTo>
                  <a:lnTo>
                    <a:pt x="266700" y="38652"/>
                  </a:lnTo>
                  <a:lnTo>
                    <a:pt x="266700" y="228047"/>
                  </a:lnTo>
                  <a:lnTo>
                    <a:pt x="266700" y="233172"/>
                  </a:lnTo>
                  <a:lnTo>
                    <a:pt x="265718" y="238105"/>
                  </a:lnTo>
                  <a:lnTo>
                    <a:pt x="263756" y="242839"/>
                  </a:lnTo>
                  <a:lnTo>
                    <a:pt x="261794" y="247573"/>
                  </a:lnTo>
                  <a:lnTo>
                    <a:pt x="259003" y="251755"/>
                  </a:lnTo>
                  <a:lnTo>
                    <a:pt x="255374" y="255384"/>
                  </a:lnTo>
                  <a:lnTo>
                    <a:pt x="251755" y="259003"/>
                  </a:lnTo>
                  <a:lnTo>
                    <a:pt x="247573" y="261794"/>
                  </a:lnTo>
                  <a:lnTo>
                    <a:pt x="242839" y="263756"/>
                  </a:lnTo>
                  <a:lnTo>
                    <a:pt x="238105" y="265718"/>
                  </a:lnTo>
                  <a:lnTo>
                    <a:pt x="233172" y="266700"/>
                  </a:lnTo>
                  <a:lnTo>
                    <a:pt x="228047" y="266700"/>
                  </a:lnTo>
                  <a:lnTo>
                    <a:pt x="38652" y="266700"/>
                  </a:lnTo>
                  <a:lnTo>
                    <a:pt x="33528" y="266700"/>
                  </a:lnTo>
                  <a:lnTo>
                    <a:pt x="28594" y="265718"/>
                  </a:lnTo>
                  <a:lnTo>
                    <a:pt x="23860" y="263756"/>
                  </a:lnTo>
                  <a:lnTo>
                    <a:pt x="19126" y="261794"/>
                  </a:lnTo>
                  <a:lnTo>
                    <a:pt x="14944" y="259003"/>
                  </a:lnTo>
                  <a:lnTo>
                    <a:pt x="11325" y="255384"/>
                  </a:lnTo>
                  <a:lnTo>
                    <a:pt x="7696" y="251755"/>
                  </a:lnTo>
                  <a:lnTo>
                    <a:pt x="4905" y="247573"/>
                  </a:lnTo>
                  <a:lnTo>
                    <a:pt x="2943" y="242839"/>
                  </a:lnTo>
                  <a:lnTo>
                    <a:pt x="981" y="238105"/>
                  </a:lnTo>
                  <a:lnTo>
                    <a:pt x="0" y="233172"/>
                  </a:lnTo>
                  <a:lnTo>
                    <a:pt x="0" y="228047"/>
                  </a:lnTo>
                  <a:close/>
                </a:path>
              </a:pathLst>
            </a:custGeom>
            <a:ln w="9525">
              <a:solidFill>
                <a:srgbClr val="BED2D7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11" name="object 11"/>
          <p:cNvSpPr txBox="1"/>
          <p:nvPr/>
        </p:nvSpPr>
        <p:spPr>
          <a:xfrm>
            <a:off x="2547589" y="3301193"/>
            <a:ext cx="146685" cy="248920"/>
          </a:xfrm>
          <a:prstGeom prst="rect">
            <a:avLst/>
          </a:prstGeom>
        </p:spPr>
        <p:txBody>
          <a:bodyPr wrap="square" lIns="0" tIns="1460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15"/>
              </a:spcBef>
            </a:pPr>
            <a:r>
              <a:rPr dirty="0" sz="1450" spc="-50">
                <a:solidFill>
                  <a:srgbClr val="384653"/>
                </a:solidFill>
                <a:latin typeface="Verdana"/>
                <a:cs typeface="Verdana"/>
              </a:rPr>
              <a:t>1</a:t>
            </a:r>
            <a:endParaRPr sz="1450">
              <a:latin typeface="Verdana"/>
              <a:cs typeface="Verdana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883238" y="1788246"/>
            <a:ext cx="3476625" cy="1144905"/>
          </a:xfrm>
          <a:prstGeom prst="rect">
            <a:avLst/>
          </a:prstGeom>
        </p:spPr>
        <p:txBody>
          <a:bodyPr wrap="square" lIns="0" tIns="107315" rIns="0" bIns="0" rtlCol="0" vert="horz">
            <a:spAutoFit/>
          </a:bodyPr>
          <a:lstStyle/>
          <a:p>
            <a:pPr algn="ctr">
              <a:lnSpc>
                <a:spcPct val="100000"/>
              </a:lnSpc>
              <a:spcBef>
                <a:spcPts val="845"/>
              </a:spcBef>
            </a:pPr>
            <a:r>
              <a:rPr dirty="0" sz="1200" spc="-65">
                <a:solidFill>
                  <a:srgbClr val="384653"/>
                </a:solidFill>
                <a:latin typeface="Verdana"/>
                <a:cs typeface="Verdana"/>
              </a:rPr>
              <a:t>Feb</a:t>
            </a:r>
            <a:r>
              <a:rPr dirty="0" sz="1200" spc="-35">
                <a:solidFill>
                  <a:srgbClr val="384653"/>
                </a:solidFill>
                <a:latin typeface="Verdana"/>
                <a:cs typeface="Verdana"/>
              </a:rPr>
              <a:t> </a:t>
            </a:r>
            <a:r>
              <a:rPr dirty="0" sz="1200">
                <a:solidFill>
                  <a:srgbClr val="384653"/>
                </a:solidFill>
                <a:latin typeface="Verdana"/>
                <a:cs typeface="Verdana"/>
              </a:rPr>
              <a:t>18</a:t>
            </a:r>
            <a:r>
              <a:rPr dirty="0" sz="1200" spc="-30">
                <a:solidFill>
                  <a:srgbClr val="384653"/>
                </a:solidFill>
                <a:latin typeface="Verdana"/>
                <a:cs typeface="Verdana"/>
              </a:rPr>
              <a:t> </a:t>
            </a:r>
            <a:r>
              <a:rPr dirty="0" sz="1200">
                <a:solidFill>
                  <a:srgbClr val="384653"/>
                </a:solidFill>
                <a:latin typeface="Verdana"/>
                <a:cs typeface="Verdana"/>
              </a:rPr>
              <a:t>-</a:t>
            </a:r>
            <a:r>
              <a:rPr dirty="0" sz="1200" spc="-35">
                <a:solidFill>
                  <a:srgbClr val="384653"/>
                </a:solidFill>
                <a:latin typeface="Verdana"/>
                <a:cs typeface="Verdana"/>
              </a:rPr>
              <a:t> </a:t>
            </a:r>
            <a:r>
              <a:rPr dirty="0" sz="1200" spc="-10">
                <a:solidFill>
                  <a:srgbClr val="384653"/>
                </a:solidFill>
                <a:latin typeface="Verdana"/>
                <a:cs typeface="Verdana"/>
              </a:rPr>
              <a:t>Mar</a:t>
            </a:r>
            <a:r>
              <a:rPr dirty="0" sz="1200" spc="-30">
                <a:solidFill>
                  <a:srgbClr val="384653"/>
                </a:solidFill>
                <a:latin typeface="Verdana"/>
                <a:cs typeface="Verdana"/>
              </a:rPr>
              <a:t> </a:t>
            </a:r>
            <a:r>
              <a:rPr dirty="0" sz="1200" spc="-40">
                <a:solidFill>
                  <a:srgbClr val="384653"/>
                </a:solidFill>
                <a:latin typeface="Verdana"/>
                <a:cs typeface="Verdana"/>
              </a:rPr>
              <a:t>31,</a:t>
            </a:r>
            <a:r>
              <a:rPr dirty="0" sz="1200" spc="-30">
                <a:solidFill>
                  <a:srgbClr val="384653"/>
                </a:solidFill>
                <a:latin typeface="Verdana"/>
                <a:cs typeface="Verdana"/>
              </a:rPr>
              <a:t> </a:t>
            </a:r>
            <a:r>
              <a:rPr dirty="0" sz="1200" spc="-20">
                <a:solidFill>
                  <a:srgbClr val="384653"/>
                </a:solidFill>
                <a:latin typeface="Verdana"/>
                <a:cs typeface="Verdana"/>
              </a:rPr>
              <a:t>2026</a:t>
            </a:r>
            <a:endParaRPr sz="1200">
              <a:latin typeface="Verdana"/>
              <a:cs typeface="Verdana"/>
            </a:endParaRPr>
          </a:p>
          <a:p>
            <a:pPr algn="ctr">
              <a:lnSpc>
                <a:spcPct val="100000"/>
              </a:lnSpc>
              <a:spcBef>
                <a:spcPts val="610"/>
              </a:spcBef>
            </a:pPr>
            <a:r>
              <a:rPr dirty="0" sz="950" b="1">
                <a:solidFill>
                  <a:srgbClr val="384653"/>
                </a:solidFill>
                <a:latin typeface="Trebuchet MS"/>
                <a:cs typeface="Trebuchet MS"/>
              </a:rPr>
              <a:t>Phase</a:t>
            </a:r>
            <a:r>
              <a:rPr dirty="0" sz="950" spc="20" b="1">
                <a:solidFill>
                  <a:srgbClr val="384653"/>
                </a:solidFill>
                <a:latin typeface="Trebuchet MS"/>
                <a:cs typeface="Trebuchet MS"/>
              </a:rPr>
              <a:t> </a:t>
            </a:r>
            <a:r>
              <a:rPr dirty="0" sz="950" spc="-50" b="1">
                <a:solidFill>
                  <a:srgbClr val="384653"/>
                </a:solidFill>
                <a:latin typeface="Trebuchet MS"/>
                <a:cs typeface="Trebuchet MS"/>
              </a:rPr>
              <a:t>1:</a:t>
            </a:r>
            <a:r>
              <a:rPr dirty="0" sz="950" spc="20" b="1">
                <a:solidFill>
                  <a:srgbClr val="384653"/>
                </a:solidFill>
                <a:latin typeface="Trebuchet MS"/>
                <a:cs typeface="Trebuchet MS"/>
              </a:rPr>
              <a:t> </a:t>
            </a:r>
            <a:r>
              <a:rPr dirty="0" sz="950" spc="-20" b="1">
                <a:solidFill>
                  <a:srgbClr val="384653"/>
                </a:solidFill>
                <a:latin typeface="Trebuchet MS"/>
                <a:cs typeface="Trebuchet MS"/>
              </a:rPr>
              <a:t>Development</a:t>
            </a:r>
            <a:r>
              <a:rPr dirty="0" sz="950" spc="25" b="1">
                <a:solidFill>
                  <a:srgbClr val="384653"/>
                </a:solidFill>
                <a:latin typeface="Trebuchet MS"/>
                <a:cs typeface="Trebuchet MS"/>
              </a:rPr>
              <a:t> </a:t>
            </a:r>
            <a:r>
              <a:rPr dirty="0" sz="950" spc="-20" b="1">
                <a:solidFill>
                  <a:srgbClr val="384653"/>
                </a:solidFill>
                <a:latin typeface="Trebuchet MS"/>
                <a:cs typeface="Trebuchet MS"/>
              </a:rPr>
              <a:t>(DEV)</a:t>
            </a:r>
            <a:endParaRPr sz="950">
              <a:latin typeface="Trebuchet MS"/>
              <a:cs typeface="Trebuchet MS"/>
            </a:endParaRPr>
          </a:p>
          <a:p>
            <a:pPr algn="ctr">
              <a:lnSpc>
                <a:spcPct val="100000"/>
              </a:lnSpc>
              <a:spcBef>
                <a:spcPts val="660"/>
              </a:spcBef>
            </a:pPr>
            <a:r>
              <a:rPr dirty="0" sz="950">
                <a:solidFill>
                  <a:srgbClr val="384653"/>
                </a:solidFill>
                <a:latin typeface="Trebuchet MS"/>
                <a:cs typeface="Trebuchet MS"/>
              </a:rPr>
              <a:t>Migration</a:t>
            </a:r>
            <a:r>
              <a:rPr dirty="0" sz="950" spc="-10">
                <a:solidFill>
                  <a:srgbClr val="384653"/>
                </a:solidFill>
                <a:latin typeface="Trebuchet MS"/>
                <a:cs typeface="Trebuchet MS"/>
              </a:rPr>
              <a:t> </a:t>
            </a:r>
            <a:r>
              <a:rPr dirty="0" sz="950">
                <a:solidFill>
                  <a:srgbClr val="384653"/>
                </a:solidFill>
                <a:latin typeface="Trebuchet MS"/>
                <a:cs typeface="Trebuchet MS"/>
              </a:rPr>
              <a:t>of</a:t>
            </a:r>
            <a:r>
              <a:rPr dirty="0" sz="950" spc="-5">
                <a:solidFill>
                  <a:srgbClr val="384653"/>
                </a:solidFill>
                <a:latin typeface="Trebuchet MS"/>
                <a:cs typeface="Trebuchet MS"/>
              </a:rPr>
              <a:t> </a:t>
            </a:r>
            <a:r>
              <a:rPr dirty="0" sz="950" spc="-10">
                <a:solidFill>
                  <a:srgbClr val="384653"/>
                </a:solidFill>
                <a:latin typeface="Trebuchet MS"/>
                <a:cs typeface="Trebuchet MS"/>
              </a:rPr>
              <a:t>the</a:t>
            </a:r>
            <a:r>
              <a:rPr dirty="0" sz="950" spc="-5">
                <a:solidFill>
                  <a:srgbClr val="384653"/>
                </a:solidFill>
                <a:latin typeface="Trebuchet MS"/>
                <a:cs typeface="Trebuchet MS"/>
              </a:rPr>
              <a:t> </a:t>
            </a:r>
            <a:r>
              <a:rPr dirty="0" sz="950">
                <a:solidFill>
                  <a:srgbClr val="384653"/>
                </a:solidFill>
                <a:latin typeface="Trebuchet MS"/>
                <a:cs typeface="Trebuchet MS"/>
              </a:rPr>
              <a:t>DEV</a:t>
            </a:r>
            <a:r>
              <a:rPr dirty="0" sz="950" spc="-10">
                <a:solidFill>
                  <a:srgbClr val="384653"/>
                </a:solidFill>
                <a:latin typeface="Trebuchet MS"/>
                <a:cs typeface="Trebuchet MS"/>
              </a:rPr>
              <a:t> </a:t>
            </a:r>
            <a:r>
              <a:rPr dirty="0" sz="950">
                <a:solidFill>
                  <a:srgbClr val="384653"/>
                </a:solidFill>
                <a:latin typeface="Trebuchet MS"/>
                <a:cs typeface="Trebuchet MS"/>
              </a:rPr>
              <a:t>environment</a:t>
            </a:r>
            <a:r>
              <a:rPr dirty="0" sz="950" spc="-5">
                <a:solidFill>
                  <a:srgbClr val="384653"/>
                </a:solidFill>
                <a:latin typeface="Trebuchet MS"/>
                <a:cs typeface="Trebuchet MS"/>
              </a:rPr>
              <a:t> </a:t>
            </a:r>
            <a:r>
              <a:rPr dirty="0" sz="950">
                <a:solidFill>
                  <a:srgbClr val="384653"/>
                </a:solidFill>
                <a:latin typeface="Trebuchet MS"/>
                <a:cs typeface="Trebuchet MS"/>
              </a:rPr>
              <a:t>to</a:t>
            </a:r>
            <a:r>
              <a:rPr dirty="0" sz="950" spc="-5">
                <a:solidFill>
                  <a:srgbClr val="384653"/>
                </a:solidFill>
                <a:latin typeface="Trebuchet MS"/>
                <a:cs typeface="Trebuchet MS"/>
              </a:rPr>
              <a:t> </a:t>
            </a:r>
            <a:r>
              <a:rPr dirty="0" sz="950">
                <a:solidFill>
                  <a:srgbClr val="384653"/>
                </a:solidFill>
                <a:latin typeface="Trebuchet MS"/>
                <a:cs typeface="Trebuchet MS"/>
              </a:rPr>
              <a:t>Sterling</a:t>
            </a:r>
            <a:r>
              <a:rPr dirty="0" sz="950" spc="-10">
                <a:solidFill>
                  <a:srgbClr val="384653"/>
                </a:solidFill>
                <a:latin typeface="Trebuchet MS"/>
                <a:cs typeface="Trebuchet MS"/>
              </a:rPr>
              <a:t> </a:t>
            </a:r>
            <a:r>
              <a:rPr dirty="0" sz="950" spc="-25">
                <a:solidFill>
                  <a:srgbClr val="384653"/>
                </a:solidFill>
                <a:latin typeface="Trebuchet MS"/>
                <a:cs typeface="Trebuchet MS"/>
              </a:rPr>
              <a:t>DC.</a:t>
            </a:r>
            <a:endParaRPr sz="950">
              <a:latin typeface="Trebuchet MS"/>
              <a:cs typeface="Trebuchet MS"/>
            </a:endParaRPr>
          </a:p>
          <a:p>
            <a:pPr algn="ctr" marL="12700" marR="5080">
              <a:lnSpc>
                <a:spcPct val="111800"/>
              </a:lnSpc>
              <a:spcBef>
                <a:spcPts val="525"/>
              </a:spcBef>
            </a:pPr>
            <a:r>
              <a:rPr dirty="0" sz="950">
                <a:solidFill>
                  <a:srgbClr val="384653"/>
                </a:solidFill>
                <a:latin typeface="Trebuchet MS"/>
                <a:cs typeface="Trebuchet MS"/>
              </a:rPr>
              <a:t>Key</a:t>
            </a:r>
            <a:r>
              <a:rPr dirty="0" sz="950" spc="60">
                <a:solidFill>
                  <a:srgbClr val="384653"/>
                </a:solidFill>
                <a:latin typeface="Trebuchet MS"/>
                <a:cs typeface="Trebuchet MS"/>
              </a:rPr>
              <a:t> </a:t>
            </a:r>
            <a:r>
              <a:rPr dirty="0" sz="950" spc="-20">
                <a:solidFill>
                  <a:srgbClr val="384653"/>
                </a:solidFill>
                <a:latin typeface="Trebuchet MS"/>
                <a:cs typeface="Trebuchet MS"/>
              </a:rPr>
              <a:t>Activities:</a:t>
            </a:r>
            <a:r>
              <a:rPr dirty="0" sz="950" spc="65">
                <a:solidFill>
                  <a:srgbClr val="384653"/>
                </a:solidFill>
                <a:latin typeface="Trebuchet MS"/>
                <a:cs typeface="Trebuchet MS"/>
              </a:rPr>
              <a:t> </a:t>
            </a:r>
            <a:r>
              <a:rPr dirty="0" sz="950">
                <a:solidFill>
                  <a:srgbClr val="384653"/>
                </a:solidFill>
                <a:latin typeface="Trebuchet MS"/>
                <a:cs typeface="Trebuchet MS"/>
              </a:rPr>
              <a:t>Assessment,</a:t>
            </a:r>
            <a:r>
              <a:rPr dirty="0" sz="950" spc="65">
                <a:solidFill>
                  <a:srgbClr val="384653"/>
                </a:solidFill>
                <a:latin typeface="Trebuchet MS"/>
                <a:cs typeface="Trebuchet MS"/>
              </a:rPr>
              <a:t> </a:t>
            </a:r>
            <a:r>
              <a:rPr dirty="0" sz="950">
                <a:solidFill>
                  <a:srgbClr val="384653"/>
                </a:solidFill>
                <a:latin typeface="Trebuchet MS"/>
                <a:cs typeface="Trebuchet MS"/>
              </a:rPr>
              <a:t>New</a:t>
            </a:r>
            <a:r>
              <a:rPr dirty="0" sz="950" spc="60">
                <a:solidFill>
                  <a:srgbClr val="384653"/>
                </a:solidFill>
                <a:latin typeface="Trebuchet MS"/>
                <a:cs typeface="Trebuchet MS"/>
              </a:rPr>
              <a:t> </a:t>
            </a:r>
            <a:r>
              <a:rPr dirty="0" sz="950">
                <a:solidFill>
                  <a:srgbClr val="384653"/>
                </a:solidFill>
                <a:latin typeface="Trebuchet MS"/>
                <a:cs typeface="Trebuchet MS"/>
              </a:rPr>
              <a:t>Cluster</a:t>
            </a:r>
            <a:r>
              <a:rPr dirty="0" sz="950" spc="65">
                <a:solidFill>
                  <a:srgbClr val="384653"/>
                </a:solidFill>
                <a:latin typeface="Trebuchet MS"/>
                <a:cs typeface="Trebuchet MS"/>
              </a:rPr>
              <a:t> </a:t>
            </a:r>
            <a:r>
              <a:rPr dirty="0" sz="950" spc="-10">
                <a:solidFill>
                  <a:srgbClr val="384653"/>
                </a:solidFill>
                <a:latin typeface="Trebuchet MS"/>
                <a:cs typeface="Trebuchet MS"/>
              </a:rPr>
              <a:t>Setup,</a:t>
            </a:r>
            <a:r>
              <a:rPr dirty="0" sz="950" spc="65">
                <a:solidFill>
                  <a:srgbClr val="384653"/>
                </a:solidFill>
                <a:latin typeface="Trebuchet MS"/>
                <a:cs typeface="Trebuchet MS"/>
              </a:rPr>
              <a:t> </a:t>
            </a:r>
            <a:r>
              <a:rPr dirty="0" sz="950">
                <a:solidFill>
                  <a:srgbClr val="384653"/>
                </a:solidFill>
                <a:latin typeface="Trebuchet MS"/>
                <a:cs typeface="Trebuchet MS"/>
              </a:rPr>
              <a:t>Data</a:t>
            </a:r>
            <a:r>
              <a:rPr dirty="0" sz="950" spc="60">
                <a:solidFill>
                  <a:srgbClr val="384653"/>
                </a:solidFill>
                <a:latin typeface="Trebuchet MS"/>
                <a:cs typeface="Trebuchet MS"/>
              </a:rPr>
              <a:t> </a:t>
            </a:r>
            <a:r>
              <a:rPr dirty="0" sz="950" spc="-10">
                <a:solidFill>
                  <a:srgbClr val="384653"/>
                </a:solidFill>
                <a:latin typeface="Trebuchet MS"/>
                <a:cs typeface="Trebuchet MS"/>
              </a:rPr>
              <a:t>Migration, Testing.</a:t>
            </a:r>
            <a:endParaRPr sz="950">
              <a:latin typeface="Trebuchet MS"/>
              <a:cs typeface="Trebuchet MS"/>
            </a:endParaRPr>
          </a:p>
        </p:txBody>
      </p:sp>
      <p:grpSp>
        <p:nvGrpSpPr>
          <p:cNvPr id="13" name="object 13"/>
          <p:cNvGrpSpPr/>
          <p:nvPr/>
        </p:nvGrpSpPr>
        <p:grpSpPr>
          <a:xfrm>
            <a:off x="4543425" y="3298997"/>
            <a:ext cx="276225" cy="514350"/>
            <a:chOff x="4543425" y="3298997"/>
            <a:chExt cx="276225" cy="514350"/>
          </a:xfrm>
        </p:grpSpPr>
        <p:sp>
          <p:nvSpPr>
            <p:cNvPr id="14" name="object 14"/>
            <p:cNvSpPr/>
            <p:nvPr/>
          </p:nvSpPr>
          <p:spPr>
            <a:xfrm>
              <a:off x="4676774" y="3432348"/>
              <a:ext cx="19050" cy="381000"/>
            </a:xfrm>
            <a:custGeom>
              <a:avLst/>
              <a:gdLst/>
              <a:ahLst/>
              <a:cxnLst/>
              <a:rect l="l" t="t" r="r" b="b"/>
              <a:pathLst>
                <a:path w="19050" h="381000">
                  <a:moveTo>
                    <a:pt x="12153" y="381000"/>
                  </a:moveTo>
                  <a:lnTo>
                    <a:pt x="6896" y="381000"/>
                  </a:lnTo>
                  <a:lnTo>
                    <a:pt x="4648" y="380066"/>
                  </a:lnTo>
                  <a:lnTo>
                    <a:pt x="933" y="376351"/>
                  </a:lnTo>
                  <a:lnTo>
                    <a:pt x="0" y="374103"/>
                  </a:lnTo>
                  <a:lnTo>
                    <a:pt x="0" y="371475"/>
                  </a:lnTo>
                  <a:lnTo>
                    <a:pt x="0" y="6896"/>
                  </a:lnTo>
                  <a:lnTo>
                    <a:pt x="933" y="4648"/>
                  </a:lnTo>
                  <a:lnTo>
                    <a:pt x="4648" y="933"/>
                  </a:lnTo>
                  <a:lnTo>
                    <a:pt x="6896" y="0"/>
                  </a:lnTo>
                  <a:lnTo>
                    <a:pt x="12153" y="0"/>
                  </a:lnTo>
                  <a:lnTo>
                    <a:pt x="14401" y="933"/>
                  </a:lnTo>
                  <a:lnTo>
                    <a:pt x="18116" y="4648"/>
                  </a:lnTo>
                  <a:lnTo>
                    <a:pt x="19050" y="6896"/>
                  </a:lnTo>
                  <a:lnTo>
                    <a:pt x="19050" y="374103"/>
                  </a:lnTo>
                  <a:lnTo>
                    <a:pt x="18116" y="376351"/>
                  </a:lnTo>
                  <a:lnTo>
                    <a:pt x="14401" y="380066"/>
                  </a:lnTo>
                  <a:lnTo>
                    <a:pt x="12153" y="381000"/>
                  </a:lnTo>
                  <a:close/>
                </a:path>
              </a:pathLst>
            </a:custGeom>
            <a:solidFill>
              <a:srgbClr val="BED2D7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5" name="object 15"/>
            <p:cNvSpPr/>
            <p:nvPr/>
          </p:nvSpPr>
          <p:spPr>
            <a:xfrm>
              <a:off x="4548189" y="3303760"/>
              <a:ext cx="266700" cy="266700"/>
            </a:xfrm>
            <a:custGeom>
              <a:avLst/>
              <a:gdLst/>
              <a:ahLst/>
              <a:cxnLst/>
              <a:rect l="l" t="t" r="r" b="b"/>
              <a:pathLst>
                <a:path w="266700" h="266700">
                  <a:moveTo>
                    <a:pt x="228045" y="266700"/>
                  </a:moveTo>
                  <a:lnTo>
                    <a:pt x="38651" y="266700"/>
                  </a:lnTo>
                  <a:lnTo>
                    <a:pt x="30939" y="265992"/>
                  </a:lnTo>
                  <a:lnTo>
                    <a:pt x="706" y="235757"/>
                  </a:lnTo>
                  <a:lnTo>
                    <a:pt x="0" y="228045"/>
                  </a:lnTo>
                  <a:lnTo>
                    <a:pt x="0" y="38654"/>
                  </a:lnTo>
                  <a:lnTo>
                    <a:pt x="23813" y="2830"/>
                  </a:lnTo>
                  <a:lnTo>
                    <a:pt x="38651" y="0"/>
                  </a:lnTo>
                  <a:lnTo>
                    <a:pt x="228045" y="0"/>
                  </a:lnTo>
                  <a:lnTo>
                    <a:pt x="263868" y="23815"/>
                  </a:lnTo>
                  <a:lnTo>
                    <a:pt x="266700" y="38654"/>
                  </a:lnTo>
                  <a:lnTo>
                    <a:pt x="266700" y="228045"/>
                  </a:lnTo>
                  <a:lnTo>
                    <a:pt x="242883" y="263869"/>
                  </a:lnTo>
                  <a:lnTo>
                    <a:pt x="228045" y="266700"/>
                  </a:lnTo>
                  <a:close/>
                </a:path>
              </a:pathLst>
            </a:custGeom>
            <a:solidFill>
              <a:srgbClr val="D9ECF1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16" name="object 16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4552950" y="3308523"/>
              <a:ext cx="257175" cy="257175"/>
            </a:xfrm>
            <a:prstGeom prst="rect">
              <a:avLst/>
            </a:prstGeom>
          </p:spPr>
        </p:pic>
        <p:sp>
          <p:nvSpPr>
            <p:cNvPr id="17" name="object 17"/>
            <p:cNvSpPr/>
            <p:nvPr/>
          </p:nvSpPr>
          <p:spPr>
            <a:xfrm>
              <a:off x="4548187" y="3303759"/>
              <a:ext cx="266700" cy="266700"/>
            </a:xfrm>
            <a:custGeom>
              <a:avLst/>
              <a:gdLst/>
              <a:ahLst/>
              <a:cxnLst/>
              <a:rect l="l" t="t" r="r" b="b"/>
              <a:pathLst>
                <a:path w="266700" h="266700">
                  <a:moveTo>
                    <a:pt x="0" y="228047"/>
                  </a:moveTo>
                  <a:lnTo>
                    <a:pt x="0" y="38652"/>
                  </a:lnTo>
                  <a:lnTo>
                    <a:pt x="0" y="33528"/>
                  </a:lnTo>
                  <a:lnTo>
                    <a:pt x="981" y="28594"/>
                  </a:lnTo>
                  <a:lnTo>
                    <a:pt x="2943" y="23860"/>
                  </a:lnTo>
                  <a:lnTo>
                    <a:pt x="4905" y="19126"/>
                  </a:lnTo>
                  <a:lnTo>
                    <a:pt x="7696" y="14944"/>
                  </a:lnTo>
                  <a:lnTo>
                    <a:pt x="11325" y="11325"/>
                  </a:lnTo>
                  <a:lnTo>
                    <a:pt x="14944" y="7696"/>
                  </a:lnTo>
                  <a:lnTo>
                    <a:pt x="19126" y="4905"/>
                  </a:lnTo>
                  <a:lnTo>
                    <a:pt x="23860" y="2943"/>
                  </a:lnTo>
                  <a:lnTo>
                    <a:pt x="28594" y="981"/>
                  </a:lnTo>
                  <a:lnTo>
                    <a:pt x="33528" y="0"/>
                  </a:lnTo>
                  <a:lnTo>
                    <a:pt x="38652" y="0"/>
                  </a:lnTo>
                  <a:lnTo>
                    <a:pt x="228047" y="0"/>
                  </a:lnTo>
                  <a:lnTo>
                    <a:pt x="233172" y="0"/>
                  </a:lnTo>
                  <a:lnTo>
                    <a:pt x="238105" y="981"/>
                  </a:lnTo>
                  <a:lnTo>
                    <a:pt x="242839" y="2943"/>
                  </a:lnTo>
                  <a:lnTo>
                    <a:pt x="247573" y="4905"/>
                  </a:lnTo>
                  <a:lnTo>
                    <a:pt x="251755" y="7696"/>
                  </a:lnTo>
                  <a:lnTo>
                    <a:pt x="255374" y="11325"/>
                  </a:lnTo>
                  <a:lnTo>
                    <a:pt x="259003" y="14944"/>
                  </a:lnTo>
                  <a:lnTo>
                    <a:pt x="261794" y="19126"/>
                  </a:lnTo>
                  <a:lnTo>
                    <a:pt x="263756" y="23860"/>
                  </a:lnTo>
                  <a:lnTo>
                    <a:pt x="265718" y="28594"/>
                  </a:lnTo>
                  <a:lnTo>
                    <a:pt x="266700" y="33528"/>
                  </a:lnTo>
                  <a:lnTo>
                    <a:pt x="266700" y="38652"/>
                  </a:lnTo>
                  <a:lnTo>
                    <a:pt x="266700" y="228047"/>
                  </a:lnTo>
                  <a:lnTo>
                    <a:pt x="266700" y="233172"/>
                  </a:lnTo>
                  <a:lnTo>
                    <a:pt x="265718" y="238105"/>
                  </a:lnTo>
                  <a:lnTo>
                    <a:pt x="263756" y="242839"/>
                  </a:lnTo>
                  <a:lnTo>
                    <a:pt x="261794" y="247573"/>
                  </a:lnTo>
                  <a:lnTo>
                    <a:pt x="259003" y="251755"/>
                  </a:lnTo>
                  <a:lnTo>
                    <a:pt x="255374" y="255384"/>
                  </a:lnTo>
                  <a:lnTo>
                    <a:pt x="251755" y="259003"/>
                  </a:lnTo>
                  <a:lnTo>
                    <a:pt x="247573" y="261794"/>
                  </a:lnTo>
                  <a:lnTo>
                    <a:pt x="242839" y="263756"/>
                  </a:lnTo>
                  <a:lnTo>
                    <a:pt x="238105" y="265718"/>
                  </a:lnTo>
                  <a:lnTo>
                    <a:pt x="233172" y="266700"/>
                  </a:lnTo>
                  <a:lnTo>
                    <a:pt x="228047" y="266700"/>
                  </a:lnTo>
                  <a:lnTo>
                    <a:pt x="38652" y="266700"/>
                  </a:lnTo>
                  <a:lnTo>
                    <a:pt x="33528" y="266700"/>
                  </a:lnTo>
                  <a:lnTo>
                    <a:pt x="28594" y="265718"/>
                  </a:lnTo>
                  <a:lnTo>
                    <a:pt x="23860" y="263756"/>
                  </a:lnTo>
                  <a:lnTo>
                    <a:pt x="19126" y="261794"/>
                  </a:lnTo>
                  <a:lnTo>
                    <a:pt x="14944" y="259003"/>
                  </a:lnTo>
                  <a:lnTo>
                    <a:pt x="11325" y="255384"/>
                  </a:lnTo>
                  <a:lnTo>
                    <a:pt x="7696" y="251755"/>
                  </a:lnTo>
                  <a:lnTo>
                    <a:pt x="4905" y="247573"/>
                  </a:lnTo>
                  <a:lnTo>
                    <a:pt x="2943" y="242839"/>
                  </a:lnTo>
                  <a:lnTo>
                    <a:pt x="981" y="238105"/>
                  </a:lnTo>
                  <a:lnTo>
                    <a:pt x="0" y="233172"/>
                  </a:lnTo>
                  <a:lnTo>
                    <a:pt x="0" y="228047"/>
                  </a:lnTo>
                  <a:close/>
                </a:path>
              </a:pathLst>
            </a:custGeom>
            <a:ln w="9525">
              <a:solidFill>
                <a:srgbClr val="BED2D7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18" name="object 18"/>
          <p:cNvSpPr txBox="1"/>
          <p:nvPr/>
        </p:nvSpPr>
        <p:spPr>
          <a:xfrm>
            <a:off x="4610199" y="3298365"/>
            <a:ext cx="146685" cy="248920"/>
          </a:xfrm>
          <a:prstGeom prst="rect">
            <a:avLst/>
          </a:prstGeom>
        </p:spPr>
        <p:txBody>
          <a:bodyPr wrap="square" lIns="0" tIns="1460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15"/>
              </a:spcBef>
            </a:pPr>
            <a:r>
              <a:rPr dirty="0" sz="1450" spc="-50">
                <a:solidFill>
                  <a:srgbClr val="384653"/>
                </a:solidFill>
                <a:latin typeface="Verdana"/>
                <a:cs typeface="Verdana"/>
              </a:rPr>
              <a:t>2</a:t>
            </a:r>
            <a:endParaRPr sz="1450">
              <a:latin typeface="Verdana"/>
              <a:cs typeface="Verdana"/>
            </a:endParaRPr>
          </a:p>
        </p:txBody>
      </p:sp>
      <p:sp>
        <p:nvSpPr>
          <p:cNvPr id="19" name="object 19"/>
          <p:cNvSpPr txBox="1"/>
          <p:nvPr/>
        </p:nvSpPr>
        <p:spPr>
          <a:xfrm>
            <a:off x="3003598" y="3826597"/>
            <a:ext cx="3361054" cy="1144905"/>
          </a:xfrm>
          <a:prstGeom prst="rect">
            <a:avLst/>
          </a:prstGeom>
        </p:spPr>
        <p:txBody>
          <a:bodyPr wrap="square" lIns="0" tIns="107315" rIns="0" bIns="0" rtlCol="0" vert="horz">
            <a:spAutoFit/>
          </a:bodyPr>
          <a:lstStyle/>
          <a:p>
            <a:pPr algn="ctr">
              <a:lnSpc>
                <a:spcPct val="100000"/>
              </a:lnSpc>
              <a:spcBef>
                <a:spcPts val="845"/>
              </a:spcBef>
            </a:pPr>
            <a:r>
              <a:rPr dirty="0" sz="1200" spc="-20">
                <a:solidFill>
                  <a:srgbClr val="384653"/>
                </a:solidFill>
                <a:latin typeface="Verdana"/>
                <a:cs typeface="Verdana"/>
              </a:rPr>
              <a:t>Apr</a:t>
            </a:r>
            <a:r>
              <a:rPr dirty="0" sz="1200" spc="-45">
                <a:solidFill>
                  <a:srgbClr val="384653"/>
                </a:solidFill>
                <a:latin typeface="Verdana"/>
                <a:cs typeface="Verdana"/>
              </a:rPr>
              <a:t> </a:t>
            </a:r>
            <a:r>
              <a:rPr dirty="0" sz="1200">
                <a:solidFill>
                  <a:srgbClr val="384653"/>
                </a:solidFill>
                <a:latin typeface="Verdana"/>
                <a:cs typeface="Verdana"/>
              </a:rPr>
              <a:t>1</a:t>
            </a:r>
            <a:r>
              <a:rPr dirty="0" sz="1200" spc="-45">
                <a:solidFill>
                  <a:srgbClr val="384653"/>
                </a:solidFill>
                <a:latin typeface="Verdana"/>
                <a:cs typeface="Verdana"/>
              </a:rPr>
              <a:t> </a:t>
            </a:r>
            <a:r>
              <a:rPr dirty="0" sz="1200">
                <a:solidFill>
                  <a:srgbClr val="384653"/>
                </a:solidFill>
                <a:latin typeface="Verdana"/>
                <a:cs typeface="Verdana"/>
              </a:rPr>
              <a:t>-</a:t>
            </a:r>
            <a:r>
              <a:rPr dirty="0" sz="1200" spc="-45">
                <a:solidFill>
                  <a:srgbClr val="384653"/>
                </a:solidFill>
                <a:latin typeface="Verdana"/>
                <a:cs typeface="Verdana"/>
              </a:rPr>
              <a:t> </a:t>
            </a:r>
            <a:r>
              <a:rPr dirty="0" sz="1200" spc="-20">
                <a:solidFill>
                  <a:srgbClr val="384653"/>
                </a:solidFill>
                <a:latin typeface="Verdana"/>
                <a:cs typeface="Verdana"/>
              </a:rPr>
              <a:t>May</a:t>
            </a:r>
            <a:r>
              <a:rPr dirty="0" sz="1200" spc="-40">
                <a:solidFill>
                  <a:srgbClr val="384653"/>
                </a:solidFill>
                <a:latin typeface="Verdana"/>
                <a:cs typeface="Verdana"/>
              </a:rPr>
              <a:t> 15,</a:t>
            </a:r>
            <a:r>
              <a:rPr dirty="0" sz="1200" spc="-45">
                <a:solidFill>
                  <a:srgbClr val="384653"/>
                </a:solidFill>
                <a:latin typeface="Verdana"/>
                <a:cs typeface="Verdana"/>
              </a:rPr>
              <a:t> </a:t>
            </a:r>
            <a:r>
              <a:rPr dirty="0" sz="1200" spc="-20">
                <a:solidFill>
                  <a:srgbClr val="384653"/>
                </a:solidFill>
                <a:latin typeface="Verdana"/>
                <a:cs typeface="Verdana"/>
              </a:rPr>
              <a:t>2026</a:t>
            </a:r>
            <a:endParaRPr sz="1200">
              <a:latin typeface="Verdana"/>
              <a:cs typeface="Verdana"/>
            </a:endParaRPr>
          </a:p>
          <a:p>
            <a:pPr algn="ctr">
              <a:lnSpc>
                <a:spcPct val="100000"/>
              </a:lnSpc>
              <a:spcBef>
                <a:spcPts val="610"/>
              </a:spcBef>
            </a:pPr>
            <a:r>
              <a:rPr dirty="0" sz="950" b="1">
                <a:solidFill>
                  <a:srgbClr val="384653"/>
                </a:solidFill>
                <a:latin typeface="Trebuchet MS"/>
                <a:cs typeface="Trebuchet MS"/>
              </a:rPr>
              <a:t>Phase</a:t>
            </a:r>
            <a:r>
              <a:rPr dirty="0" sz="950" spc="30" b="1">
                <a:solidFill>
                  <a:srgbClr val="384653"/>
                </a:solidFill>
                <a:latin typeface="Trebuchet MS"/>
                <a:cs typeface="Trebuchet MS"/>
              </a:rPr>
              <a:t> </a:t>
            </a:r>
            <a:r>
              <a:rPr dirty="0" sz="950" spc="-50" b="1">
                <a:solidFill>
                  <a:srgbClr val="384653"/>
                </a:solidFill>
                <a:latin typeface="Trebuchet MS"/>
                <a:cs typeface="Trebuchet MS"/>
              </a:rPr>
              <a:t>2:</a:t>
            </a:r>
            <a:r>
              <a:rPr dirty="0" sz="950" spc="30" b="1">
                <a:solidFill>
                  <a:srgbClr val="384653"/>
                </a:solidFill>
                <a:latin typeface="Trebuchet MS"/>
                <a:cs typeface="Trebuchet MS"/>
              </a:rPr>
              <a:t> </a:t>
            </a:r>
            <a:r>
              <a:rPr dirty="0" sz="950" b="1">
                <a:solidFill>
                  <a:srgbClr val="384653"/>
                </a:solidFill>
                <a:latin typeface="Trebuchet MS"/>
                <a:cs typeface="Trebuchet MS"/>
              </a:rPr>
              <a:t>System</a:t>
            </a:r>
            <a:r>
              <a:rPr dirty="0" sz="950" spc="30" b="1">
                <a:solidFill>
                  <a:srgbClr val="384653"/>
                </a:solidFill>
                <a:latin typeface="Trebuchet MS"/>
                <a:cs typeface="Trebuchet MS"/>
              </a:rPr>
              <a:t> </a:t>
            </a:r>
            <a:r>
              <a:rPr dirty="0" sz="950" spc="-20" b="1">
                <a:solidFill>
                  <a:srgbClr val="384653"/>
                </a:solidFill>
                <a:latin typeface="Trebuchet MS"/>
                <a:cs typeface="Trebuchet MS"/>
              </a:rPr>
              <a:t>Integration</a:t>
            </a:r>
            <a:r>
              <a:rPr dirty="0" sz="950" spc="-10" b="1">
                <a:solidFill>
                  <a:srgbClr val="384653"/>
                </a:solidFill>
                <a:latin typeface="Trebuchet MS"/>
                <a:cs typeface="Trebuchet MS"/>
              </a:rPr>
              <a:t> </a:t>
            </a:r>
            <a:r>
              <a:rPr dirty="0" sz="950" b="1">
                <a:solidFill>
                  <a:srgbClr val="384653"/>
                </a:solidFill>
                <a:latin typeface="Trebuchet MS"/>
                <a:cs typeface="Trebuchet MS"/>
              </a:rPr>
              <a:t>Testing</a:t>
            </a:r>
            <a:r>
              <a:rPr dirty="0" sz="950" spc="30" b="1">
                <a:solidFill>
                  <a:srgbClr val="384653"/>
                </a:solidFill>
                <a:latin typeface="Trebuchet MS"/>
                <a:cs typeface="Trebuchet MS"/>
              </a:rPr>
              <a:t> </a:t>
            </a:r>
            <a:r>
              <a:rPr dirty="0" sz="950" spc="-20" b="1">
                <a:solidFill>
                  <a:srgbClr val="384653"/>
                </a:solidFill>
                <a:latin typeface="Trebuchet MS"/>
                <a:cs typeface="Trebuchet MS"/>
              </a:rPr>
              <a:t>(SIT)</a:t>
            </a:r>
            <a:endParaRPr sz="950">
              <a:latin typeface="Trebuchet MS"/>
              <a:cs typeface="Trebuchet MS"/>
            </a:endParaRPr>
          </a:p>
          <a:p>
            <a:pPr algn="ctr">
              <a:lnSpc>
                <a:spcPct val="100000"/>
              </a:lnSpc>
              <a:spcBef>
                <a:spcPts val="585"/>
              </a:spcBef>
            </a:pPr>
            <a:r>
              <a:rPr dirty="0" sz="950">
                <a:solidFill>
                  <a:srgbClr val="384653"/>
                </a:solidFill>
                <a:latin typeface="Trebuchet MS"/>
                <a:cs typeface="Trebuchet MS"/>
              </a:rPr>
              <a:t>Migration</a:t>
            </a:r>
            <a:r>
              <a:rPr dirty="0" sz="950" spc="-10">
                <a:solidFill>
                  <a:srgbClr val="384653"/>
                </a:solidFill>
                <a:latin typeface="Trebuchet MS"/>
                <a:cs typeface="Trebuchet MS"/>
              </a:rPr>
              <a:t> </a:t>
            </a:r>
            <a:r>
              <a:rPr dirty="0" sz="950">
                <a:solidFill>
                  <a:srgbClr val="384653"/>
                </a:solidFill>
                <a:latin typeface="Trebuchet MS"/>
                <a:cs typeface="Trebuchet MS"/>
              </a:rPr>
              <a:t>of</a:t>
            </a:r>
            <a:r>
              <a:rPr dirty="0" sz="950" spc="-10">
                <a:solidFill>
                  <a:srgbClr val="384653"/>
                </a:solidFill>
                <a:latin typeface="Trebuchet MS"/>
                <a:cs typeface="Trebuchet MS"/>
              </a:rPr>
              <a:t> the</a:t>
            </a:r>
            <a:r>
              <a:rPr dirty="0" sz="950" spc="-5">
                <a:solidFill>
                  <a:srgbClr val="384653"/>
                </a:solidFill>
                <a:latin typeface="Trebuchet MS"/>
                <a:cs typeface="Trebuchet MS"/>
              </a:rPr>
              <a:t> </a:t>
            </a:r>
            <a:r>
              <a:rPr dirty="0" sz="950">
                <a:solidFill>
                  <a:srgbClr val="384653"/>
                </a:solidFill>
                <a:latin typeface="Trebuchet MS"/>
                <a:cs typeface="Trebuchet MS"/>
              </a:rPr>
              <a:t>SIT</a:t>
            </a:r>
            <a:r>
              <a:rPr dirty="0" sz="950" spc="-30">
                <a:solidFill>
                  <a:srgbClr val="384653"/>
                </a:solidFill>
                <a:latin typeface="Trebuchet MS"/>
                <a:cs typeface="Trebuchet MS"/>
              </a:rPr>
              <a:t> </a:t>
            </a:r>
            <a:r>
              <a:rPr dirty="0" sz="950">
                <a:solidFill>
                  <a:srgbClr val="384653"/>
                </a:solidFill>
                <a:latin typeface="Trebuchet MS"/>
                <a:cs typeface="Trebuchet MS"/>
              </a:rPr>
              <a:t>environment</a:t>
            </a:r>
            <a:r>
              <a:rPr dirty="0" sz="950" spc="-10">
                <a:solidFill>
                  <a:srgbClr val="384653"/>
                </a:solidFill>
                <a:latin typeface="Trebuchet MS"/>
                <a:cs typeface="Trebuchet MS"/>
              </a:rPr>
              <a:t> </a:t>
            </a:r>
            <a:r>
              <a:rPr dirty="0" sz="950">
                <a:solidFill>
                  <a:srgbClr val="384653"/>
                </a:solidFill>
                <a:latin typeface="Trebuchet MS"/>
                <a:cs typeface="Trebuchet MS"/>
              </a:rPr>
              <a:t>to</a:t>
            </a:r>
            <a:r>
              <a:rPr dirty="0" sz="950" spc="-5">
                <a:solidFill>
                  <a:srgbClr val="384653"/>
                </a:solidFill>
                <a:latin typeface="Trebuchet MS"/>
                <a:cs typeface="Trebuchet MS"/>
              </a:rPr>
              <a:t> </a:t>
            </a:r>
            <a:r>
              <a:rPr dirty="0" sz="950">
                <a:solidFill>
                  <a:srgbClr val="384653"/>
                </a:solidFill>
                <a:latin typeface="Trebuchet MS"/>
                <a:cs typeface="Trebuchet MS"/>
              </a:rPr>
              <a:t>Lewisville</a:t>
            </a:r>
            <a:r>
              <a:rPr dirty="0" sz="950" spc="-10">
                <a:solidFill>
                  <a:srgbClr val="384653"/>
                </a:solidFill>
                <a:latin typeface="Trebuchet MS"/>
                <a:cs typeface="Trebuchet MS"/>
              </a:rPr>
              <a:t> </a:t>
            </a:r>
            <a:r>
              <a:rPr dirty="0" sz="950" spc="-25">
                <a:solidFill>
                  <a:srgbClr val="384653"/>
                </a:solidFill>
                <a:latin typeface="Trebuchet MS"/>
                <a:cs typeface="Trebuchet MS"/>
              </a:rPr>
              <a:t>DC.</a:t>
            </a:r>
            <a:endParaRPr sz="950">
              <a:latin typeface="Trebuchet MS"/>
              <a:cs typeface="Trebuchet MS"/>
            </a:endParaRPr>
          </a:p>
          <a:p>
            <a:pPr algn="ctr" marL="12700" marR="5080">
              <a:lnSpc>
                <a:spcPct val="118400"/>
              </a:lnSpc>
              <a:spcBef>
                <a:spcPts val="450"/>
              </a:spcBef>
            </a:pPr>
            <a:r>
              <a:rPr dirty="0" sz="950">
                <a:solidFill>
                  <a:srgbClr val="384653"/>
                </a:solidFill>
                <a:latin typeface="Trebuchet MS"/>
                <a:cs typeface="Trebuchet MS"/>
              </a:rPr>
              <a:t>Key</a:t>
            </a:r>
            <a:r>
              <a:rPr dirty="0" sz="950" spc="10">
                <a:solidFill>
                  <a:srgbClr val="384653"/>
                </a:solidFill>
                <a:latin typeface="Trebuchet MS"/>
                <a:cs typeface="Trebuchet MS"/>
              </a:rPr>
              <a:t> </a:t>
            </a:r>
            <a:r>
              <a:rPr dirty="0" sz="950" spc="-20">
                <a:solidFill>
                  <a:srgbClr val="384653"/>
                </a:solidFill>
                <a:latin typeface="Trebuchet MS"/>
                <a:cs typeface="Trebuchet MS"/>
              </a:rPr>
              <a:t>Activities:</a:t>
            </a:r>
            <a:r>
              <a:rPr dirty="0" sz="950" spc="10">
                <a:solidFill>
                  <a:srgbClr val="384653"/>
                </a:solidFill>
                <a:latin typeface="Trebuchet MS"/>
                <a:cs typeface="Trebuchet MS"/>
              </a:rPr>
              <a:t> </a:t>
            </a:r>
            <a:r>
              <a:rPr dirty="0" sz="950">
                <a:solidFill>
                  <a:srgbClr val="384653"/>
                </a:solidFill>
                <a:latin typeface="Trebuchet MS"/>
                <a:cs typeface="Trebuchet MS"/>
              </a:rPr>
              <a:t>New</a:t>
            </a:r>
            <a:r>
              <a:rPr dirty="0" sz="950" spc="15">
                <a:solidFill>
                  <a:srgbClr val="384653"/>
                </a:solidFill>
                <a:latin typeface="Trebuchet MS"/>
                <a:cs typeface="Trebuchet MS"/>
              </a:rPr>
              <a:t> </a:t>
            </a:r>
            <a:r>
              <a:rPr dirty="0" sz="950">
                <a:solidFill>
                  <a:srgbClr val="384653"/>
                </a:solidFill>
                <a:latin typeface="Trebuchet MS"/>
                <a:cs typeface="Trebuchet MS"/>
              </a:rPr>
              <a:t>Cluster</a:t>
            </a:r>
            <a:r>
              <a:rPr dirty="0" sz="950" spc="10">
                <a:solidFill>
                  <a:srgbClr val="384653"/>
                </a:solidFill>
                <a:latin typeface="Trebuchet MS"/>
                <a:cs typeface="Trebuchet MS"/>
              </a:rPr>
              <a:t> </a:t>
            </a:r>
            <a:r>
              <a:rPr dirty="0" sz="950" spc="-10">
                <a:solidFill>
                  <a:srgbClr val="384653"/>
                </a:solidFill>
                <a:latin typeface="Trebuchet MS"/>
                <a:cs typeface="Trebuchet MS"/>
              </a:rPr>
              <a:t>Setup,</a:t>
            </a:r>
            <a:r>
              <a:rPr dirty="0" sz="950" spc="10">
                <a:solidFill>
                  <a:srgbClr val="384653"/>
                </a:solidFill>
                <a:latin typeface="Trebuchet MS"/>
                <a:cs typeface="Trebuchet MS"/>
              </a:rPr>
              <a:t> </a:t>
            </a:r>
            <a:r>
              <a:rPr dirty="0" sz="950">
                <a:solidFill>
                  <a:srgbClr val="384653"/>
                </a:solidFill>
                <a:latin typeface="Trebuchet MS"/>
                <a:cs typeface="Trebuchet MS"/>
              </a:rPr>
              <a:t>Data</a:t>
            </a:r>
            <a:r>
              <a:rPr dirty="0" sz="950" spc="15">
                <a:solidFill>
                  <a:srgbClr val="384653"/>
                </a:solidFill>
                <a:latin typeface="Trebuchet MS"/>
                <a:cs typeface="Trebuchet MS"/>
              </a:rPr>
              <a:t> </a:t>
            </a:r>
            <a:r>
              <a:rPr dirty="0" sz="950" spc="-10">
                <a:solidFill>
                  <a:srgbClr val="384653"/>
                </a:solidFill>
                <a:latin typeface="Trebuchet MS"/>
                <a:cs typeface="Trebuchet MS"/>
              </a:rPr>
              <a:t>Migration,</a:t>
            </a:r>
            <a:r>
              <a:rPr dirty="0" sz="950" spc="10">
                <a:solidFill>
                  <a:srgbClr val="384653"/>
                </a:solidFill>
                <a:latin typeface="Trebuchet MS"/>
                <a:cs typeface="Trebuchet MS"/>
              </a:rPr>
              <a:t> </a:t>
            </a:r>
            <a:r>
              <a:rPr dirty="0" sz="950" spc="-10">
                <a:solidFill>
                  <a:srgbClr val="384653"/>
                </a:solidFill>
                <a:latin typeface="Trebuchet MS"/>
                <a:cs typeface="Trebuchet MS"/>
              </a:rPr>
              <a:t>Integration Testing.</a:t>
            </a:r>
            <a:endParaRPr sz="950">
              <a:latin typeface="Trebuchet MS"/>
              <a:cs typeface="Trebuchet MS"/>
            </a:endParaRPr>
          </a:p>
        </p:txBody>
      </p:sp>
      <p:grpSp>
        <p:nvGrpSpPr>
          <p:cNvPr id="20" name="object 20"/>
          <p:cNvGrpSpPr/>
          <p:nvPr/>
        </p:nvGrpSpPr>
        <p:grpSpPr>
          <a:xfrm>
            <a:off x="6610350" y="3063701"/>
            <a:ext cx="276225" cy="514350"/>
            <a:chOff x="6610350" y="3063701"/>
            <a:chExt cx="276225" cy="514350"/>
          </a:xfrm>
        </p:grpSpPr>
        <p:sp>
          <p:nvSpPr>
            <p:cNvPr id="21" name="object 21"/>
            <p:cNvSpPr/>
            <p:nvPr/>
          </p:nvSpPr>
          <p:spPr>
            <a:xfrm>
              <a:off x="6734174" y="3063701"/>
              <a:ext cx="19050" cy="371475"/>
            </a:xfrm>
            <a:custGeom>
              <a:avLst/>
              <a:gdLst/>
              <a:ahLst/>
              <a:cxnLst/>
              <a:rect l="l" t="t" r="r" b="b"/>
              <a:pathLst>
                <a:path w="19050" h="371475">
                  <a:moveTo>
                    <a:pt x="12153" y="371475"/>
                  </a:moveTo>
                  <a:lnTo>
                    <a:pt x="6896" y="371475"/>
                  </a:lnTo>
                  <a:lnTo>
                    <a:pt x="4648" y="370541"/>
                  </a:lnTo>
                  <a:lnTo>
                    <a:pt x="933" y="366826"/>
                  </a:lnTo>
                  <a:lnTo>
                    <a:pt x="0" y="364578"/>
                  </a:lnTo>
                  <a:lnTo>
                    <a:pt x="0" y="361950"/>
                  </a:lnTo>
                  <a:lnTo>
                    <a:pt x="0" y="6896"/>
                  </a:lnTo>
                  <a:lnTo>
                    <a:pt x="933" y="4648"/>
                  </a:lnTo>
                  <a:lnTo>
                    <a:pt x="4648" y="933"/>
                  </a:lnTo>
                  <a:lnTo>
                    <a:pt x="6896" y="0"/>
                  </a:lnTo>
                  <a:lnTo>
                    <a:pt x="12153" y="0"/>
                  </a:lnTo>
                  <a:lnTo>
                    <a:pt x="14401" y="933"/>
                  </a:lnTo>
                  <a:lnTo>
                    <a:pt x="18116" y="4648"/>
                  </a:lnTo>
                  <a:lnTo>
                    <a:pt x="19050" y="6896"/>
                  </a:lnTo>
                  <a:lnTo>
                    <a:pt x="19050" y="364578"/>
                  </a:lnTo>
                  <a:lnTo>
                    <a:pt x="18116" y="366826"/>
                  </a:lnTo>
                  <a:lnTo>
                    <a:pt x="14401" y="370541"/>
                  </a:lnTo>
                  <a:lnTo>
                    <a:pt x="12153" y="371475"/>
                  </a:lnTo>
                  <a:close/>
                </a:path>
              </a:pathLst>
            </a:custGeom>
            <a:solidFill>
              <a:srgbClr val="BED2D7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22" name="object 22"/>
            <p:cNvSpPr/>
            <p:nvPr/>
          </p:nvSpPr>
          <p:spPr>
            <a:xfrm>
              <a:off x="6615114" y="3306588"/>
              <a:ext cx="266700" cy="266700"/>
            </a:xfrm>
            <a:custGeom>
              <a:avLst/>
              <a:gdLst/>
              <a:ahLst/>
              <a:cxnLst/>
              <a:rect l="l" t="t" r="r" b="b"/>
              <a:pathLst>
                <a:path w="266700" h="266700">
                  <a:moveTo>
                    <a:pt x="228045" y="266700"/>
                  </a:moveTo>
                  <a:lnTo>
                    <a:pt x="38651" y="266700"/>
                  </a:lnTo>
                  <a:lnTo>
                    <a:pt x="30939" y="265992"/>
                  </a:lnTo>
                  <a:lnTo>
                    <a:pt x="705" y="235757"/>
                  </a:lnTo>
                  <a:lnTo>
                    <a:pt x="0" y="228045"/>
                  </a:lnTo>
                  <a:lnTo>
                    <a:pt x="0" y="38654"/>
                  </a:lnTo>
                  <a:lnTo>
                    <a:pt x="23813" y="2830"/>
                  </a:lnTo>
                  <a:lnTo>
                    <a:pt x="38651" y="0"/>
                  </a:lnTo>
                  <a:lnTo>
                    <a:pt x="228045" y="0"/>
                  </a:lnTo>
                  <a:lnTo>
                    <a:pt x="263868" y="23814"/>
                  </a:lnTo>
                  <a:lnTo>
                    <a:pt x="266700" y="38654"/>
                  </a:lnTo>
                  <a:lnTo>
                    <a:pt x="266700" y="228045"/>
                  </a:lnTo>
                  <a:lnTo>
                    <a:pt x="242883" y="263869"/>
                  </a:lnTo>
                  <a:lnTo>
                    <a:pt x="228045" y="266700"/>
                  </a:lnTo>
                  <a:close/>
                </a:path>
              </a:pathLst>
            </a:custGeom>
            <a:solidFill>
              <a:srgbClr val="D9ECF1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23" name="object 23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6619875" y="3311351"/>
              <a:ext cx="257175" cy="257175"/>
            </a:xfrm>
            <a:prstGeom prst="rect">
              <a:avLst/>
            </a:prstGeom>
          </p:spPr>
        </p:pic>
        <p:sp>
          <p:nvSpPr>
            <p:cNvPr id="24" name="object 24"/>
            <p:cNvSpPr/>
            <p:nvPr/>
          </p:nvSpPr>
          <p:spPr>
            <a:xfrm>
              <a:off x="6615112" y="3306587"/>
              <a:ext cx="266700" cy="266700"/>
            </a:xfrm>
            <a:custGeom>
              <a:avLst/>
              <a:gdLst/>
              <a:ahLst/>
              <a:cxnLst/>
              <a:rect l="l" t="t" r="r" b="b"/>
              <a:pathLst>
                <a:path w="266700" h="266700">
                  <a:moveTo>
                    <a:pt x="0" y="228047"/>
                  </a:moveTo>
                  <a:lnTo>
                    <a:pt x="0" y="38652"/>
                  </a:lnTo>
                  <a:lnTo>
                    <a:pt x="0" y="33528"/>
                  </a:lnTo>
                  <a:lnTo>
                    <a:pt x="981" y="28594"/>
                  </a:lnTo>
                  <a:lnTo>
                    <a:pt x="2943" y="23860"/>
                  </a:lnTo>
                  <a:lnTo>
                    <a:pt x="4905" y="19126"/>
                  </a:lnTo>
                  <a:lnTo>
                    <a:pt x="7696" y="14944"/>
                  </a:lnTo>
                  <a:lnTo>
                    <a:pt x="11325" y="11325"/>
                  </a:lnTo>
                  <a:lnTo>
                    <a:pt x="14944" y="7696"/>
                  </a:lnTo>
                  <a:lnTo>
                    <a:pt x="19126" y="4905"/>
                  </a:lnTo>
                  <a:lnTo>
                    <a:pt x="23860" y="2943"/>
                  </a:lnTo>
                  <a:lnTo>
                    <a:pt x="28594" y="981"/>
                  </a:lnTo>
                  <a:lnTo>
                    <a:pt x="33528" y="0"/>
                  </a:lnTo>
                  <a:lnTo>
                    <a:pt x="38652" y="0"/>
                  </a:lnTo>
                  <a:lnTo>
                    <a:pt x="228047" y="0"/>
                  </a:lnTo>
                  <a:lnTo>
                    <a:pt x="233172" y="0"/>
                  </a:lnTo>
                  <a:lnTo>
                    <a:pt x="238105" y="981"/>
                  </a:lnTo>
                  <a:lnTo>
                    <a:pt x="242839" y="2943"/>
                  </a:lnTo>
                  <a:lnTo>
                    <a:pt x="247573" y="4905"/>
                  </a:lnTo>
                  <a:lnTo>
                    <a:pt x="251755" y="7696"/>
                  </a:lnTo>
                  <a:lnTo>
                    <a:pt x="255374" y="11325"/>
                  </a:lnTo>
                  <a:lnTo>
                    <a:pt x="259003" y="14944"/>
                  </a:lnTo>
                  <a:lnTo>
                    <a:pt x="261794" y="19126"/>
                  </a:lnTo>
                  <a:lnTo>
                    <a:pt x="263756" y="23860"/>
                  </a:lnTo>
                  <a:lnTo>
                    <a:pt x="265718" y="28594"/>
                  </a:lnTo>
                  <a:lnTo>
                    <a:pt x="266700" y="33528"/>
                  </a:lnTo>
                  <a:lnTo>
                    <a:pt x="266700" y="38652"/>
                  </a:lnTo>
                  <a:lnTo>
                    <a:pt x="266700" y="228047"/>
                  </a:lnTo>
                  <a:lnTo>
                    <a:pt x="266700" y="233172"/>
                  </a:lnTo>
                  <a:lnTo>
                    <a:pt x="265718" y="238105"/>
                  </a:lnTo>
                  <a:lnTo>
                    <a:pt x="263756" y="242839"/>
                  </a:lnTo>
                  <a:lnTo>
                    <a:pt x="261794" y="247573"/>
                  </a:lnTo>
                  <a:lnTo>
                    <a:pt x="259003" y="251755"/>
                  </a:lnTo>
                  <a:lnTo>
                    <a:pt x="255374" y="255384"/>
                  </a:lnTo>
                  <a:lnTo>
                    <a:pt x="251755" y="259003"/>
                  </a:lnTo>
                  <a:lnTo>
                    <a:pt x="247573" y="261794"/>
                  </a:lnTo>
                  <a:lnTo>
                    <a:pt x="242839" y="263756"/>
                  </a:lnTo>
                  <a:lnTo>
                    <a:pt x="238105" y="265718"/>
                  </a:lnTo>
                  <a:lnTo>
                    <a:pt x="233172" y="266700"/>
                  </a:lnTo>
                  <a:lnTo>
                    <a:pt x="228047" y="266700"/>
                  </a:lnTo>
                  <a:lnTo>
                    <a:pt x="38652" y="266700"/>
                  </a:lnTo>
                  <a:lnTo>
                    <a:pt x="33528" y="266700"/>
                  </a:lnTo>
                  <a:lnTo>
                    <a:pt x="28594" y="265718"/>
                  </a:lnTo>
                  <a:lnTo>
                    <a:pt x="23860" y="263756"/>
                  </a:lnTo>
                  <a:lnTo>
                    <a:pt x="19126" y="261794"/>
                  </a:lnTo>
                  <a:lnTo>
                    <a:pt x="14944" y="259003"/>
                  </a:lnTo>
                  <a:lnTo>
                    <a:pt x="11325" y="255384"/>
                  </a:lnTo>
                  <a:lnTo>
                    <a:pt x="7696" y="251755"/>
                  </a:lnTo>
                  <a:lnTo>
                    <a:pt x="4905" y="247573"/>
                  </a:lnTo>
                  <a:lnTo>
                    <a:pt x="2943" y="242839"/>
                  </a:lnTo>
                  <a:lnTo>
                    <a:pt x="981" y="238105"/>
                  </a:lnTo>
                  <a:lnTo>
                    <a:pt x="0" y="233172"/>
                  </a:lnTo>
                  <a:lnTo>
                    <a:pt x="0" y="228047"/>
                  </a:lnTo>
                  <a:close/>
                </a:path>
              </a:pathLst>
            </a:custGeom>
            <a:ln w="9525">
              <a:solidFill>
                <a:srgbClr val="BED2D7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25" name="object 25"/>
          <p:cNvSpPr txBox="1"/>
          <p:nvPr/>
        </p:nvSpPr>
        <p:spPr>
          <a:xfrm>
            <a:off x="6672957" y="3301193"/>
            <a:ext cx="146685" cy="248920"/>
          </a:xfrm>
          <a:prstGeom prst="rect">
            <a:avLst/>
          </a:prstGeom>
        </p:spPr>
        <p:txBody>
          <a:bodyPr wrap="square" lIns="0" tIns="1460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15"/>
              </a:spcBef>
            </a:pPr>
            <a:r>
              <a:rPr dirty="0" sz="1450" spc="-50">
                <a:solidFill>
                  <a:srgbClr val="384653"/>
                </a:solidFill>
                <a:latin typeface="Verdana"/>
                <a:cs typeface="Verdana"/>
              </a:rPr>
              <a:t>3</a:t>
            </a:r>
            <a:endParaRPr sz="1450">
              <a:latin typeface="Verdana"/>
              <a:cs typeface="Verdana"/>
            </a:endParaRPr>
          </a:p>
        </p:txBody>
      </p:sp>
      <p:sp>
        <p:nvSpPr>
          <p:cNvPr id="26" name="object 26"/>
          <p:cNvSpPr txBox="1"/>
          <p:nvPr/>
        </p:nvSpPr>
        <p:spPr>
          <a:xfrm>
            <a:off x="4941931" y="1788246"/>
            <a:ext cx="3609975" cy="1144905"/>
          </a:xfrm>
          <a:prstGeom prst="rect">
            <a:avLst/>
          </a:prstGeom>
        </p:spPr>
        <p:txBody>
          <a:bodyPr wrap="square" lIns="0" tIns="107315" rIns="0" bIns="0" rtlCol="0" vert="horz">
            <a:spAutoFit/>
          </a:bodyPr>
          <a:lstStyle/>
          <a:p>
            <a:pPr algn="ctr">
              <a:lnSpc>
                <a:spcPct val="100000"/>
              </a:lnSpc>
              <a:spcBef>
                <a:spcPts val="845"/>
              </a:spcBef>
            </a:pPr>
            <a:r>
              <a:rPr dirty="0" sz="1200" spc="-20">
                <a:solidFill>
                  <a:srgbClr val="384653"/>
                </a:solidFill>
                <a:latin typeface="Verdana"/>
                <a:cs typeface="Verdana"/>
              </a:rPr>
              <a:t>May</a:t>
            </a:r>
            <a:r>
              <a:rPr dirty="0" sz="1200" spc="-30">
                <a:solidFill>
                  <a:srgbClr val="384653"/>
                </a:solidFill>
                <a:latin typeface="Verdana"/>
                <a:cs typeface="Verdana"/>
              </a:rPr>
              <a:t> </a:t>
            </a:r>
            <a:r>
              <a:rPr dirty="0" sz="1200">
                <a:solidFill>
                  <a:srgbClr val="384653"/>
                </a:solidFill>
                <a:latin typeface="Verdana"/>
                <a:cs typeface="Verdana"/>
              </a:rPr>
              <a:t>16</a:t>
            </a:r>
            <a:r>
              <a:rPr dirty="0" sz="1200" spc="-30">
                <a:solidFill>
                  <a:srgbClr val="384653"/>
                </a:solidFill>
                <a:latin typeface="Verdana"/>
                <a:cs typeface="Verdana"/>
              </a:rPr>
              <a:t> </a:t>
            </a:r>
            <a:r>
              <a:rPr dirty="0" sz="1200">
                <a:solidFill>
                  <a:srgbClr val="384653"/>
                </a:solidFill>
                <a:latin typeface="Verdana"/>
                <a:cs typeface="Verdana"/>
              </a:rPr>
              <a:t>-</a:t>
            </a:r>
            <a:r>
              <a:rPr dirty="0" sz="1200" spc="-25">
                <a:solidFill>
                  <a:srgbClr val="384653"/>
                </a:solidFill>
                <a:latin typeface="Verdana"/>
                <a:cs typeface="Verdana"/>
              </a:rPr>
              <a:t> </a:t>
            </a:r>
            <a:r>
              <a:rPr dirty="0" sz="1200" spc="-90">
                <a:solidFill>
                  <a:srgbClr val="384653"/>
                </a:solidFill>
                <a:latin typeface="Verdana"/>
                <a:cs typeface="Verdana"/>
              </a:rPr>
              <a:t>Jul</a:t>
            </a:r>
            <a:r>
              <a:rPr dirty="0" sz="1200" spc="-30">
                <a:solidFill>
                  <a:srgbClr val="384653"/>
                </a:solidFill>
                <a:latin typeface="Verdana"/>
                <a:cs typeface="Verdana"/>
              </a:rPr>
              <a:t> </a:t>
            </a:r>
            <a:r>
              <a:rPr dirty="0" sz="1200" spc="-40">
                <a:solidFill>
                  <a:srgbClr val="384653"/>
                </a:solidFill>
                <a:latin typeface="Verdana"/>
                <a:cs typeface="Verdana"/>
              </a:rPr>
              <a:t>31,</a:t>
            </a:r>
            <a:r>
              <a:rPr dirty="0" sz="1200" spc="-25">
                <a:solidFill>
                  <a:srgbClr val="384653"/>
                </a:solidFill>
                <a:latin typeface="Verdana"/>
                <a:cs typeface="Verdana"/>
              </a:rPr>
              <a:t> </a:t>
            </a:r>
            <a:r>
              <a:rPr dirty="0" sz="1200" spc="-20">
                <a:solidFill>
                  <a:srgbClr val="384653"/>
                </a:solidFill>
                <a:latin typeface="Verdana"/>
                <a:cs typeface="Verdana"/>
              </a:rPr>
              <a:t>2026</a:t>
            </a:r>
            <a:endParaRPr sz="1200">
              <a:latin typeface="Verdana"/>
              <a:cs typeface="Verdana"/>
            </a:endParaRPr>
          </a:p>
          <a:p>
            <a:pPr marL="12700" marR="5080" indent="527050">
              <a:lnSpc>
                <a:spcPts val="1800"/>
              </a:lnSpc>
              <a:spcBef>
                <a:spcPts val="120"/>
              </a:spcBef>
            </a:pPr>
            <a:r>
              <a:rPr dirty="0" sz="950" b="1">
                <a:solidFill>
                  <a:srgbClr val="384653"/>
                </a:solidFill>
                <a:latin typeface="Trebuchet MS"/>
                <a:cs typeface="Trebuchet MS"/>
              </a:rPr>
              <a:t>Phase </a:t>
            </a:r>
            <a:r>
              <a:rPr dirty="0" sz="950" spc="-50" b="1">
                <a:solidFill>
                  <a:srgbClr val="384653"/>
                </a:solidFill>
                <a:latin typeface="Trebuchet MS"/>
                <a:cs typeface="Trebuchet MS"/>
              </a:rPr>
              <a:t>3:</a:t>
            </a:r>
            <a:r>
              <a:rPr dirty="0" sz="950" spc="5" b="1">
                <a:solidFill>
                  <a:srgbClr val="384653"/>
                </a:solidFill>
                <a:latin typeface="Trebuchet MS"/>
                <a:cs typeface="Trebuchet MS"/>
              </a:rPr>
              <a:t> </a:t>
            </a:r>
            <a:r>
              <a:rPr dirty="0" sz="950" b="1">
                <a:solidFill>
                  <a:srgbClr val="384653"/>
                </a:solidFill>
                <a:latin typeface="Trebuchet MS"/>
                <a:cs typeface="Trebuchet MS"/>
              </a:rPr>
              <a:t>User</a:t>
            </a:r>
            <a:r>
              <a:rPr dirty="0" sz="950" spc="5" b="1">
                <a:solidFill>
                  <a:srgbClr val="384653"/>
                </a:solidFill>
                <a:latin typeface="Trebuchet MS"/>
                <a:cs typeface="Trebuchet MS"/>
              </a:rPr>
              <a:t> </a:t>
            </a:r>
            <a:r>
              <a:rPr dirty="0" sz="950" spc="-10" b="1">
                <a:solidFill>
                  <a:srgbClr val="384653"/>
                </a:solidFill>
                <a:latin typeface="Trebuchet MS"/>
                <a:cs typeface="Trebuchet MS"/>
              </a:rPr>
              <a:t>Acceptance</a:t>
            </a:r>
            <a:r>
              <a:rPr dirty="0" sz="950" spc="-25" b="1">
                <a:solidFill>
                  <a:srgbClr val="384653"/>
                </a:solidFill>
                <a:latin typeface="Trebuchet MS"/>
                <a:cs typeface="Trebuchet MS"/>
              </a:rPr>
              <a:t> </a:t>
            </a:r>
            <a:r>
              <a:rPr dirty="0" sz="950" b="1">
                <a:solidFill>
                  <a:srgbClr val="384653"/>
                </a:solidFill>
                <a:latin typeface="Trebuchet MS"/>
                <a:cs typeface="Trebuchet MS"/>
              </a:rPr>
              <a:t>Testing</a:t>
            </a:r>
            <a:r>
              <a:rPr dirty="0" sz="950" spc="5" b="1">
                <a:solidFill>
                  <a:srgbClr val="384653"/>
                </a:solidFill>
                <a:latin typeface="Trebuchet MS"/>
                <a:cs typeface="Trebuchet MS"/>
              </a:rPr>
              <a:t> </a:t>
            </a:r>
            <a:r>
              <a:rPr dirty="0" sz="950" spc="-10" b="1">
                <a:solidFill>
                  <a:srgbClr val="384653"/>
                </a:solidFill>
                <a:latin typeface="Trebuchet MS"/>
                <a:cs typeface="Trebuchet MS"/>
              </a:rPr>
              <a:t>(UAT/PTE)</a:t>
            </a:r>
            <a:r>
              <a:rPr dirty="0" sz="950" spc="500" b="1">
                <a:solidFill>
                  <a:srgbClr val="384653"/>
                </a:solidFill>
                <a:latin typeface="Trebuchet MS"/>
                <a:cs typeface="Trebuchet MS"/>
              </a:rPr>
              <a:t> </a:t>
            </a:r>
            <a:r>
              <a:rPr dirty="0" sz="950">
                <a:solidFill>
                  <a:srgbClr val="384653"/>
                </a:solidFill>
                <a:latin typeface="Trebuchet MS"/>
                <a:cs typeface="Trebuchet MS"/>
              </a:rPr>
              <a:t>Migration</a:t>
            </a:r>
            <a:r>
              <a:rPr dirty="0" sz="950" spc="-5">
                <a:solidFill>
                  <a:srgbClr val="384653"/>
                </a:solidFill>
                <a:latin typeface="Trebuchet MS"/>
                <a:cs typeface="Trebuchet MS"/>
              </a:rPr>
              <a:t> </a:t>
            </a:r>
            <a:r>
              <a:rPr dirty="0" sz="950">
                <a:solidFill>
                  <a:srgbClr val="384653"/>
                </a:solidFill>
                <a:latin typeface="Trebuchet MS"/>
                <a:cs typeface="Trebuchet MS"/>
              </a:rPr>
              <a:t>of UAT/PTE environments to </a:t>
            </a:r>
            <a:r>
              <a:rPr dirty="0" sz="950" spc="75">
                <a:solidFill>
                  <a:srgbClr val="384653"/>
                </a:solidFill>
                <a:latin typeface="Trebuchet MS"/>
                <a:cs typeface="Trebuchet MS"/>
              </a:rPr>
              <a:t>Manassas</a:t>
            </a:r>
            <a:r>
              <a:rPr dirty="0" sz="950">
                <a:solidFill>
                  <a:srgbClr val="384653"/>
                </a:solidFill>
                <a:latin typeface="Trebuchet MS"/>
                <a:cs typeface="Trebuchet MS"/>
              </a:rPr>
              <a:t> </a:t>
            </a:r>
            <a:r>
              <a:rPr dirty="0" sz="950" spc="-80">
                <a:solidFill>
                  <a:srgbClr val="384653"/>
                </a:solidFill>
                <a:latin typeface="Trebuchet MS"/>
                <a:cs typeface="Trebuchet MS"/>
              </a:rPr>
              <a:t>&amp;</a:t>
            </a:r>
            <a:r>
              <a:rPr dirty="0" sz="950">
                <a:solidFill>
                  <a:srgbClr val="384653"/>
                </a:solidFill>
                <a:latin typeface="Trebuchet MS"/>
                <a:cs typeface="Trebuchet MS"/>
              </a:rPr>
              <a:t> Garland </a:t>
            </a:r>
            <a:r>
              <a:rPr dirty="0" sz="950" spc="-20">
                <a:solidFill>
                  <a:srgbClr val="384653"/>
                </a:solidFill>
                <a:latin typeface="Trebuchet MS"/>
                <a:cs typeface="Trebuchet MS"/>
              </a:rPr>
              <a:t>DCs. </a:t>
            </a:r>
            <a:r>
              <a:rPr dirty="0" sz="950">
                <a:solidFill>
                  <a:srgbClr val="384653"/>
                </a:solidFill>
                <a:latin typeface="Trebuchet MS"/>
                <a:cs typeface="Trebuchet MS"/>
              </a:rPr>
              <a:t>Key</a:t>
            </a:r>
            <a:r>
              <a:rPr dirty="0" sz="950" spc="20">
                <a:solidFill>
                  <a:srgbClr val="384653"/>
                </a:solidFill>
                <a:latin typeface="Trebuchet MS"/>
                <a:cs typeface="Trebuchet MS"/>
              </a:rPr>
              <a:t> </a:t>
            </a:r>
            <a:r>
              <a:rPr dirty="0" sz="950" spc="-20">
                <a:solidFill>
                  <a:srgbClr val="384653"/>
                </a:solidFill>
                <a:latin typeface="Trebuchet MS"/>
                <a:cs typeface="Trebuchet MS"/>
              </a:rPr>
              <a:t>Activities:</a:t>
            </a:r>
            <a:r>
              <a:rPr dirty="0" sz="950" spc="25">
                <a:solidFill>
                  <a:srgbClr val="384653"/>
                </a:solidFill>
                <a:latin typeface="Trebuchet MS"/>
                <a:cs typeface="Trebuchet MS"/>
              </a:rPr>
              <a:t> </a:t>
            </a:r>
            <a:r>
              <a:rPr dirty="0" sz="950">
                <a:solidFill>
                  <a:srgbClr val="384653"/>
                </a:solidFill>
                <a:latin typeface="Trebuchet MS"/>
                <a:cs typeface="Trebuchet MS"/>
              </a:rPr>
              <a:t>New</a:t>
            </a:r>
            <a:r>
              <a:rPr dirty="0" sz="950" spc="25">
                <a:solidFill>
                  <a:srgbClr val="384653"/>
                </a:solidFill>
                <a:latin typeface="Trebuchet MS"/>
                <a:cs typeface="Trebuchet MS"/>
              </a:rPr>
              <a:t> </a:t>
            </a:r>
            <a:r>
              <a:rPr dirty="0" sz="950">
                <a:solidFill>
                  <a:srgbClr val="384653"/>
                </a:solidFill>
                <a:latin typeface="Trebuchet MS"/>
                <a:cs typeface="Trebuchet MS"/>
              </a:rPr>
              <a:t>Cluster</a:t>
            </a:r>
            <a:r>
              <a:rPr dirty="0" sz="950" spc="25">
                <a:solidFill>
                  <a:srgbClr val="384653"/>
                </a:solidFill>
                <a:latin typeface="Trebuchet MS"/>
                <a:cs typeface="Trebuchet MS"/>
              </a:rPr>
              <a:t> </a:t>
            </a:r>
            <a:r>
              <a:rPr dirty="0" sz="950" spc="-10">
                <a:solidFill>
                  <a:srgbClr val="384653"/>
                </a:solidFill>
                <a:latin typeface="Trebuchet MS"/>
                <a:cs typeface="Trebuchet MS"/>
              </a:rPr>
              <a:t>Setup,</a:t>
            </a:r>
            <a:r>
              <a:rPr dirty="0" sz="950" spc="25">
                <a:solidFill>
                  <a:srgbClr val="384653"/>
                </a:solidFill>
                <a:latin typeface="Trebuchet MS"/>
                <a:cs typeface="Trebuchet MS"/>
              </a:rPr>
              <a:t> </a:t>
            </a:r>
            <a:r>
              <a:rPr dirty="0" sz="950">
                <a:solidFill>
                  <a:srgbClr val="384653"/>
                </a:solidFill>
                <a:latin typeface="Trebuchet MS"/>
                <a:cs typeface="Trebuchet MS"/>
              </a:rPr>
              <a:t>Data</a:t>
            </a:r>
            <a:r>
              <a:rPr dirty="0" sz="950" spc="25">
                <a:solidFill>
                  <a:srgbClr val="384653"/>
                </a:solidFill>
                <a:latin typeface="Trebuchet MS"/>
                <a:cs typeface="Trebuchet MS"/>
              </a:rPr>
              <a:t> </a:t>
            </a:r>
            <a:r>
              <a:rPr dirty="0" sz="950" spc="-10">
                <a:solidFill>
                  <a:srgbClr val="384653"/>
                </a:solidFill>
                <a:latin typeface="Trebuchet MS"/>
                <a:cs typeface="Trebuchet MS"/>
              </a:rPr>
              <a:t>Migration,</a:t>
            </a:r>
            <a:r>
              <a:rPr dirty="0" sz="950" spc="25">
                <a:solidFill>
                  <a:srgbClr val="384653"/>
                </a:solidFill>
                <a:latin typeface="Trebuchet MS"/>
                <a:cs typeface="Trebuchet MS"/>
              </a:rPr>
              <a:t> </a:t>
            </a:r>
            <a:r>
              <a:rPr dirty="0" sz="950">
                <a:solidFill>
                  <a:srgbClr val="384653"/>
                </a:solidFill>
                <a:latin typeface="Trebuchet MS"/>
                <a:cs typeface="Trebuchet MS"/>
              </a:rPr>
              <a:t>Performance</a:t>
            </a:r>
            <a:r>
              <a:rPr dirty="0" sz="950" spc="25">
                <a:solidFill>
                  <a:srgbClr val="384653"/>
                </a:solidFill>
                <a:latin typeface="Trebuchet MS"/>
                <a:cs typeface="Trebuchet MS"/>
              </a:rPr>
              <a:t> </a:t>
            </a:r>
            <a:r>
              <a:rPr dirty="0" sz="950" spc="-50">
                <a:solidFill>
                  <a:srgbClr val="384653"/>
                </a:solidFill>
                <a:latin typeface="Trebuchet MS"/>
                <a:cs typeface="Trebuchet MS"/>
              </a:rPr>
              <a:t>&amp;</a:t>
            </a:r>
            <a:endParaRPr sz="950">
              <a:latin typeface="Trebuchet MS"/>
              <a:cs typeface="Trebuchet MS"/>
            </a:endParaRPr>
          </a:p>
          <a:p>
            <a:pPr algn="ctr">
              <a:lnSpc>
                <a:spcPts val="1105"/>
              </a:lnSpc>
            </a:pPr>
            <a:r>
              <a:rPr dirty="0" sz="950" spc="-20">
                <a:solidFill>
                  <a:srgbClr val="384653"/>
                </a:solidFill>
                <a:latin typeface="Trebuchet MS"/>
                <a:cs typeface="Trebuchet MS"/>
              </a:rPr>
              <a:t>UAT.</a:t>
            </a:r>
            <a:endParaRPr sz="950">
              <a:latin typeface="Trebuchet MS"/>
              <a:cs typeface="Trebuchet MS"/>
            </a:endParaRPr>
          </a:p>
        </p:txBody>
      </p:sp>
      <p:grpSp>
        <p:nvGrpSpPr>
          <p:cNvPr id="27" name="object 27"/>
          <p:cNvGrpSpPr/>
          <p:nvPr/>
        </p:nvGrpSpPr>
        <p:grpSpPr>
          <a:xfrm>
            <a:off x="8667750" y="3298997"/>
            <a:ext cx="276225" cy="514350"/>
            <a:chOff x="8667750" y="3298997"/>
            <a:chExt cx="276225" cy="514350"/>
          </a:xfrm>
        </p:grpSpPr>
        <p:sp>
          <p:nvSpPr>
            <p:cNvPr id="28" name="object 28"/>
            <p:cNvSpPr/>
            <p:nvPr/>
          </p:nvSpPr>
          <p:spPr>
            <a:xfrm>
              <a:off x="8801099" y="3432348"/>
              <a:ext cx="19050" cy="381000"/>
            </a:xfrm>
            <a:custGeom>
              <a:avLst/>
              <a:gdLst/>
              <a:ahLst/>
              <a:cxnLst/>
              <a:rect l="l" t="t" r="r" b="b"/>
              <a:pathLst>
                <a:path w="19050" h="381000">
                  <a:moveTo>
                    <a:pt x="12153" y="381000"/>
                  </a:moveTo>
                  <a:lnTo>
                    <a:pt x="6896" y="381000"/>
                  </a:lnTo>
                  <a:lnTo>
                    <a:pt x="4648" y="380066"/>
                  </a:lnTo>
                  <a:lnTo>
                    <a:pt x="933" y="376351"/>
                  </a:lnTo>
                  <a:lnTo>
                    <a:pt x="0" y="374103"/>
                  </a:lnTo>
                  <a:lnTo>
                    <a:pt x="0" y="371475"/>
                  </a:lnTo>
                  <a:lnTo>
                    <a:pt x="0" y="6896"/>
                  </a:lnTo>
                  <a:lnTo>
                    <a:pt x="933" y="4648"/>
                  </a:lnTo>
                  <a:lnTo>
                    <a:pt x="4648" y="933"/>
                  </a:lnTo>
                  <a:lnTo>
                    <a:pt x="6896" y="0"/>
                  </a:lnTo>
                  <a:lnTo>
                    <a:pt x="12153" y="0"/>
                  </a:lnTo>
                  <a:lnTo>
                    <a:pt x="14401" y="933"/>
                  </a:lnTo>
                  <a:lnTo>
                    <a:pt x="18116" y="4648"/>
                  </a:lnTo>
                  <a:lnTo>
                    <a:pt x="19050" y="6896"/>
                  </a:lnTo>
                  <a:lnTo>
                    <a:pt x="19050" y="374103"/>
                  </a:lnTo>
                  <a:lnTo>
                    <a:pt x="18116" y="376351"/>
                  </a:lnTo>
                  <a:lnTo>
                    <a:pt x="14401" y="380066"/>
                  </a:lnTo>
                  <a:lnTo>
                    <a:pt x="12153" y="381000"/>
                  </a:lnTo>
                  <a:close/>
                </a:path>
              </a:pathLst>
            </a:custGeom>
            <a:solidFill>
              <a:srgbClr val="BED2D7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29" name="object 29"/>
            <p:cNvSpPr/>
            <p:nvPr/>
          </p:nvSpPr>
          <p:spPr>
            <a:xfrm>
              <a:off x="8672514" y="3303760"/>
              <a:ext cx="266700" cy="266700"/>
            </a:xfrm>
            <a:custGeom>
              <a:avLst/>
              <a:gdLst/>
              <a:ahLst/>
              <a:cxnLst/>
              <a:rect l="l" t="t" r="r" b="b"/>
              <a:pathLst>
                <a:path w="266700" h="266700">
                  <a:moveTo>
                    <a:pt x="228045" y="266700"/>
                  </a:moveTo>
                  <a:lnTo>
                    <a:pt x="38651" y="266700"/>
                  </a:lnTo>
                  <a:lnTo>
                    <a:pt x="30939" y="265992"/>
                  </a:lnTo>
                  <a:lnTo>
                    <a:pt x="705" y="235757"/>
                  </a:lnTo>
                  <a:lnTo>
                    <a:pt x="0" y="228045"/>
                  </a:lnTo>
                  <a:lnTo>
                    <a:pt x="0" y="38654"/>
                  </a:lnTo>
                  <a:lnTo>
                    <a:pt x="23813" y="2830"/>
                  </a:lnTo>
                  <a:lnTo>
                    <a:pt x="38651" y="0"/>
                  </a:lnTo>
                  <a:lnTo>
                    <a:pt x="228045" y="0"/>
                  </a:lnTo>
                  <a:lnTo>
                    <a:pt x="263867" y="23815"/>
                  </a:lnTo>
                  <a:lnTo>
                    <a:pt x="266700" y="38654"/>
                  </a:lnTo>
                  <a:lnTo>
                    <a:pt x="266700" y="228045"/>
                  </a:lnTo>
                  <a:lnTo>
                    <a:pt x="242883" y="263869"/>
                  </a:lnTo>
                  <a:lnTo>
                    <a:pt x="228045" y="266700"/>
                  </a:lnTo>
                  <a:close/>
                </a:path>
              </a:pathLst>
            </a:custGeom>
            <a:solidFill>
              <a:srgbClr val="D9ECF1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30" name="object 30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8677275" y="3308523"/>
              <a:ext cx="257175" cy="257175"/>
            </a:xfrm>
            <a:prstGeom prst="rect">
              <a:avLst/>
            </a:prstGeom>
          </p:spPr>
        </p:pic>
        <p:sp>
          <p:nvSpPr>
            <p:cNvPr id="31" name="object 31"/>
            <p:cNvSpPr/>
            <p:nvPr/>
          </p:nvSpPr>
          <p:spPr>
            <a:xfrm>
              <a:off x="8672512" y="3303759"/>
              <a:ext cx="266700" cy="266700"/>
            </a:xfrm>
            <a:custGeom>
              <a:avLst/>
              <a:gdLst/>
              <a:ahLst/>
              <a:cxnLst/>
              <a:rect l="l" t="t" r="r" b="b"/>
              <a:pathLst>
                <a:path w="266700" h="266700">
                  <a:moveTo>
                    <a:pt x="0" y="228047"/>
                  </a:moveTo>
                  <a:lnTo>
                    <a:pt x="0" y="38652"/>
                  </a:lnTo>
                  <a:lnTo>
                    <a:pt x="0" y="33528"/>
                  </a:lnTo>
                  <a:lnTo>
                    <a:pt x="981" y="28594"/>
                  </a:lnTo>
                  <a:lnTo>
                    <a:pt x="2943" y="23860"/>
                  </a:lnTo>
                  <a:lnTo>
                    <a:pt x="4905" y="19126"/>
                  </a:lnTo>
                  <a:lnTo>
                    <a:pt x="7696" y="14944"/>
                  </a:lnTo>
                  <a:lnTo>
                    <a:pt x="11325" y="11325"/>
                  </a:lnTo>
                  <a:lnTo>
                    <a:pt x="14944" y="7696"/>
                  </a:lnTo>
                  <a:lnTo>
                    <a:pt x="19126" y="4905"/>
                  </a:lnTo>
                  <a:lnTo>
                    <a:pt x="23860" y="2943"/>
                  </a:lnTo>
                  <a:lnTo>
                    <a:pt x="28594" y="981"/>
                  </a:lnTo>
                  <a:lnTo>
                    <a:pt x="33528" y="0"/>
                  </a:lnTo>
                  <a:lnTo>
                    <a:pt x="38652" y="0"/>
                  </a:lnTo>
                  <a:lnTo>
                    <a:pt x="228047" y="0"/>
                  </a:lnTo>
                  <a:lnTo>
                    <a:pt x="233172" y="0"/>
                  </a:lnTo>
                  <a:lnTo>
                    <a:pt x="238105" y="981"/>
                  </a:lnTo>
                  <a:lnTo>
                    <a:pt x="242839" y="2943"/>
                  </a:lnTo>
                  <a:lnTo>
                    <a:pt x="247573" y="4905"/>
                  </a:lnTo>
                  <a:lnTo>
                    <a:pt x="251755" y="7696"/>
                  </a:lnTo>
                  <a:lnTo>
                    <a:pt x="255374" y="11325"/>
                  </a:lnTo>
                  <a:lnTo>
                    <a:pt x="259003" y="14944"/>
                  </a:lnTo>
                  <a:lnTo>
                    <a:pt x="261794" y="19126"/>
                  </a:lnTo>
                  <a:lnTo>
                    <a:pt x="263756" y="23860"/>
                  </a:lnTo>
                  <a:lnTo>
                    <a:pt x="265718" y="28594"/>
                  </a:lnTo>
                  <a:lnTo>
                    <a:pt x="266700" y="33528"/>
                  </a:lnTo>
                  <a:lnTo>
                    <a:pt x="266700" y="38652"/>
                  </a:lnTo>
                  <a:lnTo>
                    <a:pt x="266700" y="228047"/>
                  </a:lnTo>
                  <a:lnTo>
                    <a:pt x="266700" y="233172"/>
                  </a:lnTo>
                  <a:lnTo>
                    <a:pt x="265718" y="238105"/>
                  </a:lnTo>
                  <a:lnTo>
                    <a:pt x="263756" y="242839"/>
                  </a:lnTo>
                  <a:lnTo>
                    <a:pt x="261794" y="247573"/>
                  </a:lnTo>
                  <a:lnTo>
                    <a:pt x="259003" y="251755"/>
                  </a:lnTo>
                  <a:lnTo>
                    <a:pt x="255374" y="255384"/>
                  </a:lnTo>
                  <a:lnTo>
                    <a:pt x="251755" y="259003"/>
                  </a:lnTo>
                  <a:lnTo>
                    <a:pt x="247573" y="261794"/>
                  </a:lnTo>
                  <a:lnTo>
                    <a:pt x="242839" y="263756"/>
                  </a:lnTo>
                  <a:lnTo>
                    <a:pt x="238105" y="265718"/>
                  </a:lnTo>
                  <a:lnTo>
                    <a:pt x="233172" y="266700"/>
                  </a:lnTo>
                  <a:lnTo>
                    <a:pt x="228047" y="266700"/>
                  </a:lnTo>
                  <a:lnTo>
                    <a:pt x="38652" y="266700"/>
                  </a:lnTo>
                  <a:lnTo>
                    <a:pt x="33528" y="266700"/>
                  </a:lnTo>
                  <a:lnTo>
                    <a:pt x="28594" y="265718"/>
                  </a:lnTo>
                  <a:lnTo>
                    <a:pt x="23860" y="263756"/>
                  </a:lnTo>
                  <a:lnTo>
                    <a:pt x="19126" y="261794"/>
                  </a:lnTo>
                  <a:lnTo>
                    <a:pt x="14944" y="259003"/>
                  </a:lnTo>
                  <a:lnTo>
                    <a:pt x="11325" y="255384"/>
                  </a:lnTo>
                  <a:lnTo>
                    <a:pt x="7696" y="251755"/>
                  </a:lnTo>
                  <a:lnTo>
                    <a:pt x="4905" y="247573"/>
                  </a:lnTo>
                  <a:lnTo>
                    <a:pt x="2943" y="242839"/>
                  </a:lnTo>
                  <a:lnTo>
                    <a:pt x="981" y="238105"/>
                  </a:lnTo>
                  <a:lnTo>
                    <a:pt x="0" y="233172"/>
                  </a:lnTo>
                  <a:lnTo>
                    <a:pt x="0" y="228047"/>
                  </a:lnTo>
                  <a:close/>
                </a:path>
              </a:pathLst>
            </a:custGeom>
            <a:ln w="9525">
              <a:solidFill>
                <a:srgbClr val="BED2D7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32" name="object 32"/>
          <p:cNvSpPr txBox="1"/>
          <p:nvPr/>
        </p:nvSpPr>
        <p:spPr>
          <a:xfrm>
            <a:off x="8735714" y="3298365"/>
            <a:ext cx="146685" cy="248920"/>
          </a:xfrm>
          <a:prstGeom prst="rect">
            <a:avLst/>
          </a:prstGeom>
        </p:spPr>
        <p:txBody>
          <a:bodyPr wrap="square" lIns="0" tIns="1460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15"/>
              </a:spcBef>
            </a:pPr>
            <a:r>
              <a:rPr dirty="0" sz="1450" spc="-50">
                <a:solidFill>
                  <a:srgbClr val="384653"/>
                </a:solidFill>
                <a:latin typeface="Verdana"/>
                <a:cs typeface="Verdana"/>
              </a:rPr>
              <a:t>4</a:t>
            </a:r>
            <a:endParaRPr sz="1450">
              <a:latin typeface="Verdana"/>
              <a:cs typeface="Verdana"/>
            </a:endParaRPr>
          </a:p>
        </p:txBody>
      </p:sp>
      <p:sp>
        <p:nvSpPr>
          <p:cNvPr id="33" name="object 33"/>
          <p:cNvSpPr txBox="1"/>
          <p:nvPr/>
        </p:nvSpPr>
        <p:spPr>
          <a:xfrm>
            <a:off x="6941585" y="3826597"/>
            <a:ext cx="3735704" cy="1478280"/>
          </a:xfrm>
          <a:prstGeom prst="rect">
            <a:avLst/>
          </a:prstGeom>
        </p:spPr>
        <p:txBody>
          <a:bodyPr wrap="square" lIns="0" tIns="107315" rIns="0" bIns="0" rtlCol="0" vert="horz">
            <a:spAutoFit/>
          </a:bodyPr>
          <a:lstStyle/>
          <a:p>
            <a:pPr algn="ctr">
              <a:lnSpc>
                <a:spcPct val="100000"/>
              </a:lnSpc>
              <a:spcBef>
                <a:spcPts val="845"/>
              </a:spcBef>
            </a:pPr>
            <a:r>
              <a:rPr dirty="0" sz="1200" spc="-50">
                <a:solidFill>
                  <a:srgbClr val="384653"/>
                </a:solidFill>
                <a:latin typeface="Verdana"/>
                <a:cs typeface="Verdana"/>
              </a:rPr>
              <a:t>Aug</a:t>
            </a:r>
            <a:r>
              <a:rPr dirty="0" sz="1200" spc="-35">
                <a:solidFill>
                  <a:srgbClr val="384653"/>
                </a:solidFill>
                <a:latin typeface="Verdana"/>
                <a:cs typeface="Verdana"/>
              </a:rPr>
              <a:t> </a:t>
            </a:r>
            <a:r>
              <a:rPr dirty="0" sz="1200">
                <a:solidFill>
                  <a:srgbClr val="384653"/>
                </a:solidFill>
                <a:latin typeface="Verdana"/>
                <a:cs typeface="Verdana"/>
              </a:rPr>
              <a:t>1</a:t>
            </a:r>
            <a:r>
              <a:rPr dirty="0" sz="1200" spc="-30">
                <a:solidFill>
                  <a:srgbClr val="384653"/>
                </a:solidFill>
                <a:latin typeface="Verdana"/>
                <a:cs typeface="Verdana"/>
              </a:rPr>
              <a:t> </a:t>
            </a:r>
            <a:r>
              <a:rPr dirty="0" sz="1200">
                <a:solidFill>
                  <a:srgbClr val="384653"/>
                </a:solidFill>
                <a:latin typeface="Verdana"/>
                <a:cs typeface="Verdana"/>
              </a:rPr>
              <a:t>-</a:t>
            </a:r>
            <a:r>
              <a:rPr dirty="0" sz="1200" spc="-30">
                <a:solidFill>
                  <a:srgbClr val="384653"/>
                </a:solidFill>
                <a:latin typeface="Verdana"/>
                <a:cs typeface="Verdana"/>
              </a:rPr>
              <a:t> </a:t>
            </a:r>
            <a:r>
              <a:rPr dirty="0" sz="1200" spc="-65">
                <a:solidFill>
                  <a:srgbClr val="384653"/>
                </a:solidFill>
                <a:latin typeface="Verdana"/>
                <a:cs typeface="Verdana"/>
              </a:rPr>
              <a:t>Sep</a:t>
            </a:r>
            <a:r>
              <a:rPr dirty="0" sz="1200" spc="-30">
                <a:solidFill>
                  <a:srgbClr val="384653"/>
                </a:solidFill>
                <a:latin typeface="Verdana"/>
                <a:cs typeface="Verdana"/>
              </a:rPr>
              <a:t> </a:t>
            </a:r>
            <a:r>
              <a:rPr dirty="0" sz="1200" spc="-40">
                <a:solidFill>
                  <a:srgbClr val="384653"/>
                </a:solidFill>
                <a:latin typeface="Verdana"/>
                <a:cs typeface="Verdana"/>
              </a:rPr>
              <a:t>30,</a:t>
            </a:r>
            <a:r>
              <a:rPr dirty="0" sz="1200" spc="-30">
                <a:solidFill>
                  <a:srgbClr val="384653"/>
                </a:solidFill>
                <a:latin typeface="Verdana"/>
                <a:cs typeface="Verdana"/>
              </a:rPr>
              <a:t> </a:t>
            </a:r>
            <a:r>
              <a:rPr dirty="0" sz="1200" spc="-20">
                <a:solidFill>
                  <a:srgbClr val="384653"/>
                </a:solidFill>
                <a:latin typeface="Verdana"/>
                <a:cs typeface="Verdana"/>
              </a:rPr>
              <a:t>2026</a:t>
            </a:r>
            <a:endParaRPr sz="1200">
              <a:latin typeface="Verdana"/>
              <a:cs typeface="Verdana"/>
            </a:endParaRPr>
          </a:p>
          <a:p>
            <a:pPr algn="ctr">
              <a:lnSpc>
                <a:spcPct val="100000"/>
              </a:lnSpc>
              <a:spcBef>
                <a:spcPts val="610"/>
              </a:spcBef>
            </a:pPr>
            <a:r>
              <a:rPr dirty="0" sz="950" b="1">
                <a:solidFill>
                  <a:srgbClr val="384653"/>
                </a:solidFill>
                <a:latin typeface="Trebuchet MS"/>
                <a:cs typeface="Trebuchet MS"/>
              </a:rPr>
              <a:t>Phase</a:t>
            </a:r>
            <a:r>
              <a:rPr dirty="0" sz="950" spc="-5" b="1">
                <a:solidFill>
                  <a:srgbClr val="384653"/>
                </a:solidFill>
                <a:latin typeface="Trebuchet MS"/>
                <a:cs typeface="Trebuchet MS"/>
              </a:rPr>
              <a:t> </a:t>
            </a:r>
            <a:r>
              <a:rPr dirty="0" sz="950" spc="-50" b="1">
                <a:solidFill>
                  <a:srgbClr val="384653"/>
                </a:solidFill>
                <a:latin typeface="Trebuchet MS"/>
                <a:cs typeface="Trebuchet MS"/>
              </a:rPr>
              <a:t>4:</a:t>
            </a:r>
            <a:r>
              <a:rPr dirty="0" sz="950" spc="-5" b="1">
                <a:solidFill>
                  <a:srgbClr val="384653"/>
                </a:solidFill>
                <a:latin typeface="Trebuchet MS"/>
                <a:cs typeface="Trebuchet MS"/>
              </a:rPr>
              <a:t> </a:t>
            </a:r>
            <a:r>
              <a:rPr dirty="0" sz="950" spc="-10" b="1">
                <a:solidFill>
                  <a:srgbClr val="384653"/>
                </a:solidFill>
                <a:latin typeface="Trebuchet MS"/>
                <a:cs typeface="Trebuchet MS"/>
              </a:rPr>
              <a:t>Production</a:t>
            </a:r>
            <a:r>
              <a:rPr dirty="0" sz="950" spc="-5" b="1">
                <a:solidFill>
                  <a:srgbClr val="384653"/>
                </a:solidFill>
                <a:latin typeface="Trebuchet MS"/>
                <a:cs typeface="Trebuchet MS"/>
              </a:rPr>
              <a:t> </a:t>
            </a:r>
            <a:r>
              <a:rPr dirty="0" sz="950" spc="-40" b="1">
                <a:solidFill>
                  <a:srgbClr val="384653"/>
                </a:solidFill>
                <a:latin typeface="Trebuchet MS"/>
                <a:cs typeface="Trebuchet MS"/>
              </a:rPr>
              <a:t>&amp;</a:t>
            </a:r>
            <a:r>
              <a:rPr dirty="0" sz="950" spc="-5" b="1">
                <a:solidFill>
                  <a:srgbClr val="384653"/>
                </a:solidFill>
                <a:latin typeface="Trebuchet MS"/>
                <a:cs typeface="Trebuchet MS"/>
              </a:rPr>
              <a:t> </a:t>
            </a:r>
            <a:r>
              <a:rPr dirty="0" sz="950" spc="35" b="1">
                <a:solidFill>
                  <a:srgbClr val="384653"/>
                </a:solidFill>
                <a:latin typeface="Trebuchet MS"/>
                <a:cs typeface="Trebuchet MS"/>
              </a:rPr>
              <a:t>BCP</a:t>
            </a:r>
            <a:endParaRPr sz="950">
              <a:latin typeface="Trebuchet MS"/>
              <a:cs typeface="Trebuchet MS"/>
            </a:endParaRPr>
          </a:p>
          <a:p>
            <a:pPr algn="ctr" marL="12700" marR="5080" indent="-635">
              <a:lnSpc>
                <a:spcPct val="115100"/>
              </a:lnSpc>
              <a:spcBef>
                <a:spcPts val="409"/>
              </a:spcBef>
            </a:pPr>
            <a:r>
              <a:rPr dirty="0" sz="950">
                <a:solidFill>
                  <a:srgbClr val="384653"/>
                </a:solidFill>
                <a:latin typeface="Trebuchet MS"/>
                <a:cs typeface="Trebuchet MS"/>
              </a:rPr>
              <a:t>Migration</a:t>
            </a:r>
            <a:r>
              <a:rPr dirty="0" sz="950" spc="20">
                <a:solidFill>
                  <a:srgbClr val="384653"/>
                </a:solidFill>
                <a:latin typeface="Trebuchet MS"/>
                <a:cs typeface="Trebuchet MS"/>
              </a:rPr>
              <a:t> </a:t>
            </a:r>
            <a:r>
              <a:rPr dirty="0" sz="950">
                <a:solidFill>
                  <a:srgbClr val="384653"/>
                </a:solidFill>
                <a:latin typeface="Trebuchet MS"/>
                <a:cs typeface="Trebuchet MS"/>
              </a:rPr>
              <a:t>of</a:t>
            </a:r>
            <a:r>
              <a:rPr dirty="0" sz="950" spc="25">
                <a:solidFill>
                  <a:srgbClr val="384653"/>
                </a:solidFill>
                <a:latin typeface="Trebuchet MS"/>
                <a:cs typeface="Trebuchet MS"/>
              </a:rPr>
              <a:t> </a:t>
            </a:r>
            <a:r>
              <a:rPr dirty="0" sz="950">
                <a:solidFill>
                  <a:srgbClr val="384653"/>
                </a:solidFill>
                <a:latin typeface="Trebuchet MS"/>
                <a:cs typeface="Trebuchet MS"/>
              </a:rPr>
              <a:t>Production</a:t>
            </a:r>
            <a:r>
              <a:rPr dirty="0" sz="950" spc="25">
                <a:solidFill>
                  <a:srgbClr val="384653"/>
                </a:solidFill>
                <a:latin typeface="Trebuchet MS"/>
                <a:cs typeface="Trebuchet MS"/>
              </a:rPr>
              <a:t> </a:t>
            </a:r>
            <a:r>
              <a:rPr dirty="0" sz="950">
                <a:solidFill>
                  <a:srgbClr val="384653"/>
                </a:solidFill>
                <a:latin typeface="Trebuchet MS"/>
                <a:cs typeface="Trebuchet MS"/>
              </a:rPr>
              <a:t>(Shoreview)</a:t>
            </a:r>
            <a:r>
              <a:rPr dirty="0" sz="950" spc="20">
                <a:solidFill>
                  <a:srgbClr val="384653"/>
                </a:solidFill>
                <a:latin typeface="Trebuchet MS"/>
                <a:cs typeface="Trebuchet MS"/>
              </a:rPr>
              <a:t> </a:t>
            </a:r>
            <a:r>
              <a:rPr dirty="0" sz="950">
                <a:solidFill>
                  <a:srgbClr val="384653"/>
                </a:solidFill>
                <a:latin typeface="Trebuchet MS"/>
                <a:cs typeface="Trebuchet MS"/>
              </a:rPr>
              <a:t>and</a:t>
            </a:r>
            <a:r>
              <a:rPr dirty="0" sz="950" spc="25">
                <a:solidFill>
                  <a:srgbClr val="384653"/>
                </a:solidFill>
                <a:latin typeface="Trebuchet MS"/>
                <a:cs typeface="Trebuchet MS"/>
              </a:rPr>
              <a:t> </a:t>
            </a:r>
            <a:r>
              <a:rPr dirty="0" sz="950" spc="75">
                <a:solidFill>
                  <a:srgbClr val="384653"/>
                </a:solidFill>
                <a:latin typeface="Trebuchet MS"/>
                <a:cs typeface="Trebuchet MS"/>
              </a:rPr>
              <a:t>BCP</a:t>
            </a:r>
            <a:r>
              <a:rPr dirty="0" sz="950" spc="25">
                <a:solidFill>
                  <a:srgbClr val="384653"/>
                </a:solidFill>
                <a:latin typeface="Trebuchet MS"/>
                <a:cs typeface="Trebuchet MS"/>
              </a:rPr>
              <a:t> </a:t>
            </a:r>
            <a:r>
              <a:rPr dirty="0" sz="950">
                <a:solidFill>
                  <a:srgbClr val="384653"/>
                </a:solidFill>
                <a:latin typeface="Trebuchet MS"/>
                <a:cs typeface="Trebuchet MS"/>
              </a:rPr>
              <a:t>(Tempe)</a:t>
            </a:r>
            <a:r>
              <a:rPr dirty="0" sz="950" spc="25">
                <a:solidFill>
                  <a:srgbClr val="384653"/>
                </a:solidFill>
                <a:latin typeface="Trebuchet MS"/>
                <a:cs typeface="Trebuchet MS"/>
              </a:rPr>
              <a:t> </a:t>
            </a:r>
            <a:r>
              <a:rPr dirty="0" sz="950">
                <a:solidFill>
                  <a:srgbClr val="384653"/>
                </a:solidFill>
                <a:latin typeface="Trebuchet MS"/>
                <a:cs typeface="Trebuchet MS"/>
              </a:rPr>
              <a:t>clusters</a:t>
            </a:r>
            <a:r>
              <a:rPr dirty="0" sz="950" spc="20">
                <a:solidFill>
                  <a:srgbClr val="384653"/>
                </a:solidFill>
                <a:latin typeface="Trebuchet MS"/>
                <a:cs typeface="Trebuchet MS"/>
              </a:rPr>
              <a:t> </a:t>
            </a:r>
            <a:r>
              <a:rPr dirty="0" sz="950" spc="-25">
                <a:solidFill>
                  <a:srgbClr val="384653"/>
                </a:solidFill>
                <a:latin typeface="Trebuchet MS"/>
                <a:cs typeface="Trebuchet MS"/>
              </a:rPr>
              <a:t>to </a:t>
            </a:r>
            <a:r>
              <a:rPr dirty="0" sz="950" spc="-10">
                <a:solidFill>
                  <a:srgbClr val="384653"/>
                </a:solidFill>
                <a:latin typeface="Trebuchet MS"/>
                <a:cs typeface="Trebuchet MS"/>
              </a:rPr>
              <a:t>the</a:t>
            </a:r>
            <a:r>
              <a:rPr dirty="0" sz="950" spc="20">
                <a:solidFill>
                  <a:srgbClr val="384653"/>
                </a:solidFill>
                <a:latin typeface="Trebuchet MS"/>
                <a:cs typeface="Trebuchet MS"/>
              </a:rPr>
              <a:t> </a:t>
            </a:r>
            <a:r>
              <a:rPr dirty="0" sz="950">
                <a:solidFill>
                  <a:srgbClr val="384653"/>
                </a:solidFill>
                <a:latin typeface="Trebuchet MS"/>
                <a:cs typeface="Trebuchet MS"/>
              </a:rPr>
              <a:t>new</a:t>
            </a:r>
            <a:r>
              <a:rPr dirty="0" sz="950" spc="25">
                <a:solidFill>
                  <a:srgbClr val="384653"/>
                </a:solidFill>
                <a:latin typeface="Trebuchet MS"/>
                <a:cs typeface="Trebuchet MS"/>
              </a:rPr>
              <a:t> </a:t>
            </a:r>
            <a:r>
              <a:rPr dirty="0" sz="950">
                <a:solidFill>
                  <a:srgbClr val="384653"/>
                </a:solidFill>
                <a:latin typeface="Trebuchet MS"/>
                <a:cs typeface="Trebuchet MS"/>
              </a:rPr>
              <a:t>East</a:t>
            </a:r>
            <a:r>
              <a:rPr dirty="0" sz="950" spc="25">
                <a:solidFill>
                  <a:srgbClr val="384653"/>
                </a:solidFill>
                <a:latin typeface="Trebuchet MS"/>
                <a:cs typeface="Trebuchet MS"/>
              </a:rPr>
              <a:t> </a:t>
            </a:r>
            <a:r>
              <a:rPr dirty="0" sz="950">
                <a:solidFill>
                  <a:srgbClr val="384653"/>
                </a:solidFill>
                <a:latin typeface="Trebuchet MS"/>
                <a:cs typeface="Trebuchet MS"/>
              </a:rPr>
              <a:t>Coast</a:t>
            </a:r>
            <a:r>
              <a:rPr dirty="0" sz="950" spc="25">
                <a:solidFill>
                  <a:srgbClr val="384653"/>
                </a:solidFill>
                <a:latin typeface="Trebuchet MS"/>
                <a:cs typeface="Trebuchet MS"/>
              </a:rPr>
              <a:t> </a:t>
            </a:r>
            <a:r>
              <a:rPr dirty="0" sz="950">
                <a:solidFill>
                  <a:srgbClr val="384653"/>
                </a:solidFill>
                <a:latin typeface="Trebuchet MS"/>
                <a:cs typeface="Trebuchet MS"/>
              </a:rPr>
              <a:t>(Sterling</a:t>
            </a:r>
            <a:r>
              <a:rPr dirty="0" sz="950" spc="25">
                <a:solidFill>
                  <a:srgbClr val="384653"/>
                </a:solidFill>
                <a:latin typeface="Trebuchet MS"/>
                <a:cs typeface="Trebuchet MS"/>
              </a:rPr>
              <a:t> </a:t>
            </a:r>
            <a:r>
              <a:rPr dirty="0" sz="950" spc="-80">
                <a:solidFill>
                  <a:srgbClr val="384653"/>
                </a:solidFill>
                <a:latin typeface="Trebuchet MS"/>
                <a:cs typeface="Trebuchet MS"/>
              </a:rPr>
              <a:t>&amp;</a:t>
            </a:r>
            <a:r>
              <a:rPr dirty="0" sz="950" spc="20">
                <a:solidFill>
                  <a:srgbClr val="384653"/>
                </a:solidFill>
                <a:latin typeface="Trebuchet MS"/>
                <a:cs typeface="Trebuchet MS"/>
              </a:rPr>
              <a:t> </a:t>
            </a:r>
            <a:r>
              <a:rPr dirty="0" sz="950" spc="65">
                <a:solidFill>
                  <a:srgbClr val="384653"/>
                </a:solidFill>
                <a:latin typeface="Trebuchet MS"/>
                <a:cs typeface="Trebuchet MS"/>
              </a:rPr>
              <a:t>Manassas)</a:t>
            </a:r>
            <a:r>
              <a:rPr dirty="0" sz="950" spc="25">
                <a:solidFill>
                  <a:srgbClr val="384653"/>
                </a:solidFill>
                <a:latin typeface="Trebuchet MS"/>
                <a:cs typeface="Trebuchet MS"/>
              </a:rPr>
              <a:t> </a:t>
            </a:r>
            <a:r>
              <a:rPr dirty="0" sz="950">
                <a:solidFill>
                  <a:srgbClr val="384653"/>
                </a:solidFill>
                <a:latin typeface="Trebuchet MS"/>
                <a:cs typeface="Trebuchet MS"/>
              </a:rPr>
              <a:t>and</a:t>
            </a:r>
            <a:r>
              <a:rPr dirty="0" sz="950" spc="25">
                <a:solidFill>
                  <a:srgbClr val="384653"/>
                </a:solidFill>
                <a:latin typeface="Trebuchet MS"/>
                <a:cs typeface="Trebuchet MS"/>
              </a:rPr>
              <a:t> </a:t>
            </a:r>
            <a:r>
              <a:rPr dirty="0" sz="950">
                <a:solidFill>
                  <a:srgbClr val="384653"/>
                </a:solidFill>
                <a:latin typeface="Trebuchet MS"/>
                <a:cs typeface="Trebuchet MS"/>
              </a:rPr>
              <a:t>West</a:t>
            </a:r>
            <a:r>
              <a:rPr dirty="0" sz="950" spc="25">
                <a:solidFill>
                  <a:srgbClr val="384653"/>
                </a:solidFill>
                <a:latin typeface="Trebuchet MS"/>
                <a:cs typeface="Trebuchet MS"/>
              </a:rPr>
              <a:t> </a:t>
            </a:r>
            <a:r>
              <a:rPr dirty="0" sz="950">
                <a:solidFill>
                  <a:srgbClr val="384653"/>
                </a:solidFill>
                <a:latin typeface="Trebuchet MS"/>
                <a:cs typeface="Trebuchet MS"/>
              </a:rPr>
              <a:t>Coast</a:t>
            </a:r>
            <a:r>
              <a:rPr dirty="0" sz="950" spc="25">
                <a:solidFill>
                  <a:srgbClr val="384653"/>
                </a:solidFill>
                <a:latin typeface="Trebuchet MS"/>
                <a:cs typeface="Trebuchet MS"/>
              </a:rPr>
              <a:t> </a:t>
            </a:r>
            <a:r>
              <a:rPr dirty="0" sz="950" spc="-10">
                <a:solidFill>
                  <a:srgbClr val="384653"/>
                </a:solidFill>
                <a:latin typeface="Trebuchet MS"/>
                <a:cs typeface="Trebuchet MS"/>
              </a:rPr>
              <a:t>(Garland </a:t>
            </a:r>
            <a:r>
              <a:rPr dirty="0" sz="950" spc="-80">
                <a:solidFill>
                  <a:srgbClr val="384653"/>
                </a:solidFill>
                <a:latin typeface="Trebuchet MS"/>
                <a:cs typeface="Trebuchet MS"/>
              </a:rPr>
              <a:t>&amp;</a:t>
            </a:r>
            <a:r>
              <a:rPr dirty="0" sz="950" spc="-20">
                <a:solidFill>
                  <a:srgbClr val="384653"/>
                </a:solidFill>
                <a:latin typeface="Trebuchet MS"/>
                <a:cs typeface="Trebuchet MS"/>
              </a:rPr>
              <a:t> </a:t>
            </a:r>
            <a:r>
              <a:rPr dirty="0" sz="950">
                <a:solidFill>
                  <a:srgbClr val="384653"/>
                </a:solidFill>
                <a:latin typeface="Trebuchet MS"/>
                <a:cs typeface="Trebuchet MS"/>
              </a:rPr>
              <a:t>Lewisville)</a:t>
            </a:r>
            <a:r>
              <a:rPr dirty="0" sz="950" spc="-15">
                <a:solidFill>
                  <a:srgbClr val="384653"/>
                </a:solidFill>
                <a:latin typeface="Trebuchet MS"/>
                <a:cs typeface="Trebuchet MS"/>
              </a:rPr>
              <a:t> </a:t>
            </a:r>
            <a:r>
              <a:rPr dirty="0" sz="950">
                <a:solidFill>
                  <a:srgbClr val="384653"/>
                </a:solidFill>
                <a:latin typeface="Trebuchet MS"/>
                <a:cs typeface="Trebuchet MS"/>
              </a:rPr>
              <a:t>clusters</a:t>
            </a:r>
            <a:r>
              <a:rPr dirty="0" sz="950" spc="-15">
                <a:solidFill>
                  <a:srgbClr val="384653"/>
                </a:solidFill>
                <a:latin typeface="Trebuchet MS"/>
                <a:cs typeface="Trebuchet MS"/>
              </a:rPr>
              <a:t> </a:t>
            </a:r>
            <a:r>
              <a:rPr dirty="0" sz="950" spc="-20">
                <a:solidFill>
                  <a:srgbClr val="384653"/>
                </a:solidFill>
                <a:latin typeface="Trebuchet MS"/>
                <a:cs typeface="Trebuchet MS"/>
              </a:rPr>
              <a:t>with</a:t>
            </a:r>
            <a:r>
              <a:rPr dirty="0" sz="950" spc="-15">
                <a:solidFill>
                  <a:srgbClr val="384653"/>
                </a:solidFill>
                <a:latin typeface="Trebuchet MS"/>
                <a:cs typeface="Trebuchet MS"/>
              </a:rPr>
              <a:t> </a:t>
            </a:r>
            <a:r>
              <a:rPr dirty="0" sz="950" spc="60">
                <a:solidFill>
                  <a:srgbClr val="384653"/>
                </a:solidFill>
                <a:latin typeface="Trebuchet MS"/>
                <a:cs typeface="Trebuchet MS"/>
              </a:rPr>
              <a:t>CCR</a:t>
            </a:r>
            <a:r>
              <a:rPr dirty="0" sz="950" spc="-15">
                <a:solidFill>
                  <a:srgbClr val="384653"/>
                </a:solidFill>
                <a:latin typeface="Trebuchet MS"/>
                <a:cs typeface="Trebuchet MS"/>
              </a:rPr>
              <a:t> </a:t>
            </a:r>
            <a:r>
              <a:rPr dirty="0" sz="950" spc="-10">
                <a:solidFill>
                  <a:srgbClr val="384653"/>
                </a:solidFill>
                <a:latin typeface="Trebuchet MS"/>
                <a:cs typeface="Trebuchet MS"/>
              </a:rPr>
              <a:t>setup.</a:t>
            </a:r>
            <a:endParaRPr sz="950">
              <a:latin typeface="Trebuchet MS"/>
              <a:cs typeface="Trebuchet MS"/>
            </a:endParaRPr>
          </a:p>
          <a:p>
            <a:pPr algn="ctr" marL="222250" marR="214629">
              <a:lnSpc>
                <a:spcPct val="118400"/>
              </a:lnSpc>
              <a:spcBef>
                <a:spcPts val="450"/>
              </a:spcBef>
            </a:pPr>
            <a:r>
              <a:rPr dirty="0" sz="950">
                <a:solidFill>
                  <a:srgbClr val="384653"/>
                </a:solidFill>
                <a:latin typeface="Trebuchet MS"/>
                <a:cs typeface="Trebuchet MS"/>
              </a:rPr>
              <a:t>Key</a:t>
            </a:r>
            <a:r>
              <a:rPr dirty="0" sz="950" spc="-5">
                <a:solidFill>
                  <a:srgbClr val="384653"/>
                </a:solidFill>
                <a:latin typeface="Trebuchet MS"/>
                <a:cs typeface="Trebuchet MS"/>
              </a:rPr>
              <a:t> </a:t>
            </a:r>
            <a:r>
              <a:rPr dirty="0" sz="950" spc="-20">
                <a:solidFill>
                  <a:srgbClr val="384653"/>
                </a:solidFill>
                <a:latin typeface="Trebuchet MS"/>
                <a:cs typeface="Trebuchet MS"/>
              </a:rPr>
              <a:t>Activities:</a:t>
            </a:r>
            <a:r>
              <a:rPr dirty="0" sz="950" spc="-5">
                <a:solidFill>
                  <a:srgbClr val="384653"/>
                </a:solidFill>
                <a:latin typeface="Trebuchet MS"/>
                <a:cs typeface="Trebuchet MS"/>
              </a:rPr>
              <a:t> </a:t>
            </a:r>
            <a:r>
              <a:rPr dirty="0" sz="950">
                <a:solidFill>
                  <a:srgbClr val="384653"/>
                </a:solidFill>
                <a:latin typeface="Trebuchet MS"/>
                <a:cs typeface="Trebuchet MS"/>
              </a:rPr>
              <a:t>Cluster </a:t>
            </a:r>
            <a:r>
              <a:rPr dirty="0" sz="950" spc="-10">
                <a:solidFill>
                  <a:srgbClr val="384653"/>
                </a:solidFill>
                <a:latin typeface="Trebuchet MS"/>
                <a:cs typeface="Trebuchet MS"/>
              </a:rPr>
              <a:t>Setup,</a:t>
            </a:r>
            <a:r>
              <a:rPr dirty="0" sz="950" spc="-5">
                <a:solidFill>
                  <a:srgbClr val="384653"/>
                </a:solidFill>
                <a:latin typeface="Trebuchet MS"/>
                <a:cs typeface="Trebuchet MS"/>
              </a:rPr>
              <a:t> </a:t>
            </a:r>
            <a:r>
              <a:rPr dirty="0" sz="950">
                <a:solidFill>
                  <a:srgbClr val="384653"/>
                </a:solidFill>
                <a:latin typeface="Trebuchet MS"/>
                <a:cs typeface="Trebuchet MS"/>
              </a:rPr>
              <a:t>Data </a:t>
            </a:r>
            <a:r>
              <a:rPr dirty="0" sz="950" spc="-10">
                <a:solidFill>
                  <a:srgbClr val="384653"/>
                </a:solidFill>
                <a:latin typeface="Trebuchet MS"/>
                <a:cs typeface="Trebuchet MS"/>
              </a:rPr>
              <a:t>Migration,</a:t>
            </a:r>
            <a:r>
              <a:rPr dirty="0" sz="950" spc="-5">
                <a:solidFill>
                  <a:srgbClr val="384653"/>
                </a:solidFill>
                <a:latin typeface="Trebuchet MS"/>
                <a:cs typeface="Trebuchet MS"/>
              </a:rPr>
              <a:t> </a:t>
            </a:r>
            <a:r>
              <a:rPr dirty="0" sz="950" spc="-10">
                <a:solidFill>
                  <a:srgbClr val="384653"/>
                </a:solidFill>
                <a:latin typeface="Trebuchet MS"/>
                <a:cs typeface="Trebuchet MS"/>
              </a:rPr>
              <a:t>Client</a:t>
            </a:r>
            <a:r>
              <a:rPr dirty="0" sz="950">
                <a:solidFill>
                  <a:srgbClr val="384653"/>
                </a:solidFill>
                <a:latin typeface="Trebuchet MS"/>
                <a:cs typeface="Trebuchet MS"/>
              </a:rPr>
              <a:t> </a:t>
            </a:r>
            <a:r>
              <a:rPr dirty="0" sz="950" spc="-10">
                <a:solidFill>
                  <a:srgbClr val="384653"/>
                </a:solidFill>
                <a:latin typeface="Trebuchet MS"/>
                <a:cs typeface="Trebuchet MS"/>
              </a:rPr>
              <a:t>Updates, Validation.</a:t>
            </a:r>
            <a:endParaRPr sz="950">
              <a:latin typeface="Trebuchet MS"/>
              <a:cs typeface="Trebuchet MS"/>
            </a:endParaRPr>
          </a:p>
        </p:txBody>
      </p:sp>
      <p:sp>
        <p:nvSpPr>
          <p:cNvPr id="34" name="object 34"/>
          <p:cNvSpPr txBox="1"/>
          <p:nvPr/>
        </p:nvSpPr>
        <p:spPr>
          <a:xfrm>
            <a:off x="607460" y="5384207"/>
            <a:ext cx="9641840" cy="368300"/>
          </a:xfrm>
          <a:prstGeom prst="rect">
            <a:avLst/>
          </a:prstGeom>
        </p:spPr>
        <p:txBody>
          <a:bodyPr wrap="square" lIns="0" tIns="12065" rIns="0" bIns="0" rtlCol="0" vert="horz">
            <a:spAutoFit/>
          </a:bodyPr>
          <a:lstStyle/>
          <a:p>
            <a:pPr marL="12700" marR="5080">
              <a:lnSpc>
                <a:spcPct val="118400"/>
              </a:lnSpc>
              <a:spcBef>
                <a:spcPts val="95"/>
              </a:spcBef>
            </a:pPr>
            <a:r>
              <a:rPr dirty="0" sz="950">
                <a:solidFill>
                  <a:srgbClr val="384653"/>
                </a:solidFill>
                <a:latin typeface="Trebuchet MS"/>
                <a:cs typeface="Trebuchet MS"/>
              </a:rPr>
              <a:t>This</a:t>
            </a:r>
            <a:r>
              <a:rPr dirty="0" sz="950" spc="20">
                <a:solidFill>
                  <a:srgbClr val="384653"/>
                </a:solidFill>
                <a:latin typeface="Trebuchet MS"/>
                <a:cs typeface="Trebuchet MS"/>
              </a:rPr>
              <a:t> </a:t>
            </a:r>
            <a:r>
              <a:rPr dirty="0" sz="950">
                <a:solidFill>
                  <a:srgbClr val="384653"/>
                </a:solidFill>
                <a:latin typeface="Trebuchet MS"/>
                <a:cs typeface="Trebuchet MS"/>
              </a:rPr>
              <a:t>phased</a:t>
            </a:r>
            <a:r>
              <a:rPr dirty="0" sz="950" spc="25">
                <a:solidFill>
                  <a:srgbClr val="384653"/>
                </a:solidFill>
                <a:latin typeface="Trebuchet MS"/>
                <a:cs typeface="Trebuchet MS"/>
              </a:rPr>
              <a:t> </a:t>
            </a:r>
            <a:r>
              <a:rPr dirty="0" sz="950">
                <a:solidFill>
                  <a:srgbClr val="384653"/>
                </a:solidFill>
                <a:latin typeface="Trebuchet MS"/>
                <a:cs typeface="Trebuchet MS"/>
              </a:rPr>
              <a:t>strategy</a:t>
            </a:r>
            <a:r>
              <a:rPr dirty="0" sz="950" spc="20">
                <a:solidFill>
                  <a:srgbClr val="384653"/>
                </a:solidFill>
                <a:latin typeface="Trebuchet MS"/>
                <a:cs typeface="Trebuchet MS"/>
              </a:rPr>
              <a:t> </a:t>
            </a:r>
            <a:r>
              <a:rPr dirty="0" sz="950">
                <a:solidFill>
                  <a:srgbClr val="384653"/>
                </a:solidFill>
                <a:latin typeface="Trebuchet MS"/>
                <a:cs typeface="Trebuchet MS"/>
              </a:rPr>
              <a:t>allows</a:t>
            </a:r>
            <a:r>
              <a:rPr dirty="0" sz="950" spc="25">
                <a:solidFill>
                  <a:srgbClr val="384653"/>
                </a:solidFill>
                <a:latin typeface="Trebuchet MS"/>
                <a:cs typeface="Trebuchet MS"/>
              </a:rPr>
              <a:t> </a:t>
            </a:r>
            <a:r>
              <a:rPr dirty="0" sz="950">
                <a:solidFill>
                  <a:srgbClr val="384653"/>
                </a:solidFill>
                <a:latin typeface="Trebuchet MS"/>
                <a:cs typeface="Trebuchet MS"/>
              </a:rPr>
              <a:t>for</a:t>
            </a:r>
            <a:r>
              <a:rPr dirty="0" sz="950" spc="25">
                <a:solidFill>
                  <a:srgbClr val="384653"/>
                </a:solidFill>
                <a:latin typeface="Trebuchet MS"/>
                <a:cs typeface="Trebuchet MS"/>
              </a:rPr>
              <a:t> </a:t>
            </a:r>
            <a:r>
              <a:rPr dirty="0" sz="950">
                <a:solidFill>
                  <a:srgbClr val="384653"/>
                </a:solidFill>
                <a:latin typeface="Trebuchet MS"/>
                <a:cs typeface="Trebuchet MS"/>
              </a:rPr>
              <a:t>focused</a:t>
            </a:r>
            <a:r>
              <a:rPr dirty="0" sz="950" spc="20">
                <a:solidFill>
                  <a:srgbClr val="384653"/>
                </a:solidFill>
                <a:latin typeface="Trebuchet MS"/>
                <a:cs typeface="Trebuchet MS"/>
              </a:rPr>
              <a:t> </a:t>
            </a:r>
            <a:r>
              <a:rPr dirty="0" sz="950" spc="-20">
                <a:solidFill>
                  <a:srgbClr val="384653"/>
                </a:solidFill>
                <a:latin typeface="Trebuchet MS"/>
                <a:cs typeface="Trebuchet MS"/>
              </a:rPr>
              <a:t>attention</a:t>
            </a:r>
            <a:r>
              <a:rPr dirty="0" sz="950" spc="25">
                <a:solidFill>
                  <a:srgbClr val="384653"/>
                </a:solidFill>
                <a:latin typeface="Trebuchet MS"/>
                <a:cs typeface="Trebuchet MS"/>
              </a:rPr>
              <a:t> </a:t>
            </a:r>
            <a:r>
              <a:rPr dirty="0" sz="950">
                <a:solidFill>
                  <a:srgbClr val="384653"/>
                </a:solidFill>
                <a:latin typeface="Trebuchet MS"/>
                <a:cs typeface="Trebuchet MS"/>
              </a:rPr>
              <a:t>on</a:t>
            </a:r>
            <a:r>
              <a:rPr dirty="0" sz="950" spc="25">
                <a:solidFill>
                  <a:srgbClr val="384653"/>
                </a:solidFill>
                <a:latin typeface="Trebuchet MS"/>
                <a:cs typeface="Trebuchet MS"/>
              </a:rPr>
              <a:t> </a:t>
            </a:r>
            <a:r>
              <a:rPr dirty="0" sz="950">
                <a:solidFill>
                  <a:srgbClr val="384653"/>
                </a:solidFill>
                <a:latin typeface="Trebuchet MS"/>
                <a:cs typeface="Trebuchet MS"/>
              </a:rPr>
              <a:t>each</a:t>
            </a:r>
            <a:r>
              <a:rPr dirty="0" sz="950" spc="20">
                <a:solidFill>
                  <a:srgbClr val="384653"/>
                </a:solidFill>
                <a:latin typeface="Trebuchet MS"/>
                <a:cs typeface="Trebuchet MS"/>
              </a:rPr>
              <a:t> </a:t>
            </a:r>
            <a:r>
              <a:rPr dirty="0" sz="950" spc="-20">
                <a:solidFill>
                  <a:srgbClr val="384653"/>
                </a:solidFill>
                <a:latin typeface="Trebuchet MS"/>
                <a:cs typeface="Trebuchet MS"/>
              </a:rPr>
              <a:t>environment,</a:t>
            </a:r>
            <a:r>
              <a:rPr dirty="0" sz="950" spc="25">
                <a:solidFill>
                  <a:srgbClr val="384653"/>
                </a:solidFill>
                <a:latin typeface="Trebuchet MS"/>
                <a:cs typeface="Trebuchet MS"/>
              </a:rPr>
              <a:t> </a:t>
            </a:r>
            <a:r>
              <a:rPr dirty="0" sz="950">
                <a:solidFill>
                  <a:srgbClr val="384653"/>
                </a:solidFill>
                <a:latin typeface="Trebuchet MS"/>
                <a:cs typeface="Trebuchet MS"/>
              </a:rPr>
              <a:t>minimizing</a:t>
            </a:r>
            <a:r>
              <a:rPr dirty="0" sz="950" spc="25">
                <a:solidFill>
                  <a:srgbClr val="384653"/>
                </a:solidFill>
                <a:latin typeface="Trebuchet MS"/>
                <a:cs typeface="Trebuchet MS"/>
              </a:rPr>
              <a:t> </a:t>
            </a:r>
            <a:r>
              <a:rPr dirty="0" sz="950">
                <a:solidFill>
                  <a:srgbClr val="384653"/>
                </a:solidFill>
                <a:latin typeface="Trebuchet MS"/>
                <a:cs typeface="Trebuchet MS"/>
              </a:rPr>
              <a:t>risks</a:t>
            </a:r>
            <a:r>
              <a:rPr dirty="0" sz="950" spc="20">
                <a:solidFill>
                  <a:srgbClr val="384653"/>
                </a:solidFill>
                <a:latin typeface="Trebuchet MS"/>
                <a:cs typeface="Trebuchet MS"/>
              </a:rPr>
              <a:t> </a:t>
            </a:r>
            <a:r>
              <a:rPr dirty="0" sz="950">
                <a:solidFill>
                  <a:srgbClr val="384653"/>
                </a:solidFill>
                <a:latin typeface="Trebuchet MS"/>
                <a:cs typeface="Trebuchet MS"/>
              </a:rPr>
              <a:t>and</a:t>
            </a:r>
            <a:r>
              <a:rPr dirty="0" sz="950" spc="25">
                <a:solidFill>
                  <a:srgbClr val="384653"/>
                </a:solidFill>
                <a:latin typeface="Trebuchet MS"/>
                <a:cs typeface="Trebuchet MS"/>
              </a:rPr>
              <a:t> </a:t>
            </a:r>
            <a:r>
              <a:rPr dirty="0" sz="950">
                <a:solidFill>
                  <a:srgbClr val="384653"/>
                </a:solidFill>
                <a:latin typeface="Trebuchet MS"/>
                <a:cs typeface="Trebuchet MS"/>
              </a:rPr>
              <a:t>ensuring</a:t>
            </a:r>
            <a:r>
              <a:rPr dirty="0" sz="950" spc="25">
                <a:solidFill>
                  <a:srgbClr val="384653"/>
                </a:solidFill>
                <a:latin typeface="Trebuchet MS"/>
                <a:cs typeface="Trebuchet MS"/>
              </a:rPr>
              <a:t> </a:t>
            </a:r>
            <a:r>
              <a:rPr dirty="0" sz="950">
                <a:solidFill>
                  <a:srgbClr val="384653"/>
                </a:solidFill>
                <a:latin typeface="Trebuchet MS"/>
                <a:cs typeface="Trebuchet MS"/>
              </a:rPr>
              <a:t>thorough</a:t>
            </a:r>
            <a:r>
              <a:rPr dirty="0" sz="950" spc="20">
                <a:solidFill>
                  <a:srgbClr val="384653"/>
                </a:solidFill>
                <a:latin typeface="Trebuchet MS"/>
                <a:cs typeface="Trebuchet MS"/>
              </a:rPr>
              <a:t> </a:t>
            </a:r>
            <a:r>
              <a:rPr dirty="0" sz="950" spc="-10">
                <a:solidFill>
                  <a:srgbClr val="384653"/>
                </a:solidFill>
                <a:latin typeface="Trebuchet MS"/>
                <a:cs typeface="Trebuchet MS"/>
              </a:rPr>
              <a:t>validation</a:t>
            </a:r>
            <a:r>
              <a:rPr dirty="0" sz="950" spc="25">
                <a:solidFill>
                  <a:srgbClr val="384653"/>
                </a:solidFill>
                <a:latin typeface="Trebuchet MS"/>
                <a:cs typeface="Trebuchet MS"/>
              </a:rPr>
              <a:t> </a:t>
            </a:r>
            <a:r>
              <a:rPr dirty="0" sz="950">
                <a:solidFill>
                  <a:srgbClr val="384653"/>
                </a:solidFill>
                <a:latin typeface="Trebuchet MS"/>
                <a:cs typeface="Trebuchet MS"/>
              </a:rPr>
              <a:t>before</a:t>
            </a:r>
            <a:r>
              <a:rPr dirty="0" sz="950" spc="25">
                <a:solidFill>
                  <a:srgbClr val="384653"/>
                </a:solidFill>
                <a:latin typeface="Trebuchet MS"/>
                <a:cs typeface="Trebuchet MS"/>
              </a:rPr>
              <a:t> </a:t>
            </a:r>
            <a:r>
              <a:rPr dirty="0" sz="950">
                <a:solidFill>
                  <a:srgbClr val="384653"/>
                </a:solidFill>
                <a:latin typeface="Trebuchet MS"/>
                <a:cs typeface="Trebuchet MS"/>
              </a:rPr>
              <a:t>proceeding</a:t>
            </a:r>
            <a:r>
              <a:rPr dirty="0" sz="950" spc="20">
                <a:solidFill>
                  <a:srgbClr val="384653"/>
                </a:solidFill>
                <a:latin typeface="Trebuchet MS"/>
                <a:cs typeface="Trebuchet MS"/>
              </a:rPr>
              <a:t> </a:t>
            </a:r>
            <a:r>
              <a:rPr dirty="0" sz="950">
                <a:solidFill>
                  <a:srgbClr val="384653"/>
                </a:solidFill>
                <a:latin typeface="Trebuchet MS"/>
                <a:cs typeface="Trebuchet MS"/>
              </a:rPr>
              <a:t>to</a:t>
            </a:r>
            <a:r>
              <a:rPr dirty="0" sz="950" spc="25">
                <a:solidFill>
                  <a:srgbClr val="384653"/>
                </a:solidFill>
                <a:latin typeface="Trebuchet MS"/>
                <a:cs typeface="Trebuchet MS"/>
              </a:rPr>
              <a:t> </a:t>
            </a:r>
            <a:r>
              <a:rPr dirty="0" sz="950" spc="-10">
                <a:solidFill>
                  <a:srgbClr val="384653"/>
                </a:solidFill>
                <a:latin typeface="Trebuchet MS"/>
                <a:cs typeface="Trebuchet MS"/>
              </a:rPr>
              <a:t>the</a:t>
            </a:r>
            <a:r>
              <a:rPr dirty="0" sz="950" spc="25">
                <a:solidFill>
                  <a:srgbClr val="384653"/>
                </a:solidFill>
                <a:latin typeface="Trebuchet MS"/>
                <a:cs typeface="Trebuchet MS"/>
              </a:rPr>
              <a:t> </a:t>
            </a:r>
            <a:r>
              <a:rPr dirty="0" sz="950" spc="-10">
                <a:solidFill>
                  <a:srgbClr val="384653"/>
                </a:solidFill>
                <a:latin typeface="Trebuchet MS"/>
                <a:cs typeface="Trebuchet MS"/>
              </a:rPr>
              <a:t>next</a:t>
            </a:r>
            <a:r>
              <a:rPr dirty="0" sz="950" spc="20">
                <a:solidFill>
                  <a:srgbClr val="384653"/>
                </a:solidFill>
                <a:latin typeface="Trebuchet MS"/>
                <a:cs typeface="Trebuchet MS"/>
              </a:rPr>
              <a:t> </a:t>
            </a:r>
            <a:r>
              <a:rPr dirty="0" sz="950">
                <a:solidFill>
                  <a:srgbClr val="384653"/>
                </a:solidFill>
                <a:latin typeface="Trebuchet MS"/>
                <a:cs typeface="Trebuchet MS"/>
              </a:rPr>
              <a:t>stage,</a:t>
            </a:r>
            <a:r>
              <a:rPr dirty="0" sz="950" spc="25">
                <a:solidFill>
                  <a:srgbClr val="384653"/>
                </a:solidFill>
                <a:latin typeface="Trebuchet MS"/>
                <a:cs typeface="Trebuchet MS"/>
              </a:rPr>
              <a:t> </a:t>
            </a:r>
            <a:r>
              <a:rPr dirty="0" sz="950">
                <a:solidFill>
                  <a:srgbClr val="384653"/>
                </a:solidFill>
                <a:latin typeface="Trebuchet MS"/>
                <a:cs typeface="Trebuchet MS"/>
              </a:rPr>
              <a:t>culminating</a:t>
            </a:r>
            <a:r>
              <a:rPr dirty="0" sz="950" spc="25">
                <a:solidFill>
                  <a:srgbClr val="384653"/>
                </a:solidFill>
                <a:latin typeface="Trebuchet MS"/>
                <a:cs typeface="Trebuchet MS"/>
              </a:rPr>
              <a:t> </a:t>
            </a:r>
            <a:r>
              <a:rPr dirty="0" sz="950">
                <a:solidFill>
                  <a:srgbClr val="384653"/>
                </a:solidFill>
                <a:latin typeface="Trebuchet MS"/>
                <a:cs typeface="Trebuchet MS"/>
              </a:rPr>
              <a:t>in</a:t>
            </a:r>
            <a:r>
              <a:rPr dirty="0" sz="950" spc="20">
                <a:solidFill>
                  <a:srgbClr val="384653"/>
                </a:solidFill>
                <a:latin typeface="Trebuchet MS"/>
                <a:cs typeface="Trebuchet MS"/>
              </a:rPr>
              <a:t> </a:t>
            </a:r>
            <a:r>
              <a:rPr dirty="0" sz="950" spc="-50">
                <a:solidFill>
                  <a:srgbClr val="384653"/>
                </a:solidFill>
                <a:latin typeface="Trebuchet MS"/>
                <a:cs typeface="Trebuchet MS"/>
              </a:rPr>
              <a:t>a </a:t>
            </a:r>
            <a:r>
              <a:rPr dirty="0" sz="950">
                <a:solidFill>
                  <a:srgbClr val="384653"/>
                </a:solidFill>
                <a:latin typeface="Trebuchet MS"/>
                <a:cs typeface="Trebuchet MS"/>
              </a:rPr>
              <a:t>successful</a:t>
            </a:r>
            <a:r>
              <a:rPr dirty="0" sz="950" spc="165">
                <a:solidFill>
                  <a:srgbClr val="384653"/>
                </a:solidFill>
                <a:latin typeface="Trebuchet MS"/>
                <a:cs typeface="Trebuchet MS"/>
              </a:rPr>
              <a:t> </a:t>
            </a:r>
            <a:r>
              <a:rPr dirty="0" sz="950">
                <a:solidFill>
                  <a:srgbClr val="384653"/>
                </a:solidFill>
                <a:latin typeface="Trebuchet MS"/>
                <a:cs typeface="Trebuchet MS"/>
              </a:rPr>
              <a:t>production</a:t>
            </a:r>
            <a:r>
              <a:rPr dirty="0" sz="950" spc="165">
                <a:solidFill>
                  <a:srgbClr val="384653"/>
                </a:solidFill>
                <a:latin typeface="Trebuchet MS"/>
                <a:cs typeface="Trebuchet MS"/>
              </a:rPr>
              <a:t> </a:t>
            </a:r>
            <a:r>
              <a:rPr dirty="0" sz="950" spc="-10">
                <a:solidFill>
                  <a:srgbClr val="384653"/>
                </a:solidFill>
                <a:latin typeface="Trebuchet MS"/>
                <a:cs typeface="Trebuchet MS"/>
              </a:rPr>
              <a:t>cutover.</a:t>
            </a:r>
            <a:endParaRPr sz="950">
              <a:latin typeface="Trebuchet MS"/>
              <a:cs typeface="Trebuchet MS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297306" y="1524533"/>
            <a:ext cx="5590540" cy="346710"/>
          </a:xfrm>
          <a:prstGeom prst="rect">
            <a:avLst/>
          </a:prstGeom>
        </p:spPr>
        <p:txBody>
          <a:bodyPr wrap="square" lIns="0" tIns="1206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dirty="0" sz="500" spc="-40">
                <a:solidFill>
                  <a:srgbClr val="2D3B4E"/>
                </a:solidFill>
                <a:latin typeface="Verdana"/>
                <a:cs typeface="Verdana"/>
              </a:rPr>
              <a:t>Server</a:t>
            </a:r>
            <a:r>
              <a:rPr dirty="0" sz="500" spc="15">
                <a:solidFill>
                  <a:srgbClr val="2D3B4E"/>
                </a:solidFill>
                <a:latin typeface="Verdana"/>
                <a:cs typeface="Verdana"/>
              </a:rPr>
              <a:t> </a:t>
            </a:r>
            <a:r>
              <a:rPr dirty="0" sz="500" spc="-30">
                <a:solidFill>
                  <a:srgbClr val="2D3B4E"/>
                </a:solidFill>
                <a:latin typeface="Verdana"/>
                <a:cs typeface="Verdana"/>
              </a:rPr>
              <a:t>Migration</a:t>
            </a:r>
            <a:r>
              <a:rPr dirty="0" sz="500" spc="15">
                <a:solidFill>
                  <a:srgbClr val="2D3B4E"/>
                </a:solidFill>
                <a:latin typeface="Verdana"/>
                <a:cs typeface="Verdana"/>
              </a:rPr>
              <a:t> </a:t>
            </a:r>
            <a:r>
              <a:rPr dirty="0" sz="500" spc="-10">
                <a:solidFill>
                  <a:srgbClr val="2D3B4E"/>
                </a:solidFill>
                <a:latin typeface="Verdana"/>
                <a:cs typeface="Verdana"/>
              </a:rPr>
              <a:t>Inventory</a:t>
            </a:r>
            <a:endParaRPr sz="500">
              <a:latin typeface="Verdana"/>
              <a:cs typeface="Verdana"/>
            </a:endParaRPr>
          </a:p>
          <a:p>
            <a:pPr marL="12700">
              <a:lnSpc>
                <a:spcPct val="100000"/>
              </a:lnSpc>
              <a:spcBef>
                <a:spcPts val="25"/>
              </a:spcBef>
            </a:pPr>
            <a:r>
              <a:rPr dirty="0" sz="1000" spc="-65">
                <a:solidFill>
                  <a:srgbClr val="2D3B4E"/>
                </a:solidFill>
                <a:latin typeface="Verdana"/>
                <a:cs typeface="Verdana"/>
              </a:rPr>
              <a:t>Detailed</a:t>
            </a:r>
            <a:r>
              <a:rPr dirty="0" sz="1000" spc="-35">
                <a:solidFill>
                  <a:srgbClr val="2D3B4E"/>
                </a:solidFill>
                <a:latin typeface="Verdana"/>
                <a:cs typeface="Verdana"/>
              </a:rPr>
              <a:t> </a:t>
            </a:r>
            <a:r>
              <a:rPr dirty="0" sz="1000" spc="-70">
                <a:solidFill>
                  <a:srgbClr val="2D3B4E"/>
                </a:solidFill>
                <a:latin typeface="Verdana"/>
                <a:cs typeface="Verdana"/>
              </a:rPr>
              <a:t>Breakdown</a:t>
            </a:r>
            <a:r>
              <a:rPr dirty="0" sz="1000" spc="-30">
                <a:solidFill>
                  <a:srgbClr val="2D3B4E"/>
                </a:solidFill>
                <a:latin typeface="Verdana"/>
                <a:cs typeface="Verdana"/>
              </a:rPr>
              <a:t> of </a:t>
            </a:r>
            <a:r>
              <a:rPr dirty="0" sz="1000" spc="-65">
                <a:solidFill>
                  <a:srgbClr val="2D3B4E"/>
                </a:solidFill>
                <a:latin typeface="Verdana"/>
                <a:cs typeface="Verdana"/>
              </a:rPr>
              <a:t>Existing</a:t>
            </a:r>
            <a:r>
              <a:rPr dirty="0" sz="1000" spc="-30">
                <a:solidFill>
                  <a:srgbClr val="2D3B4E"/>
                </a:solidFill>
                <a:latin typeface="Verdana"/>
                <a:cs typeface="Verdana"/>
              </a:rPr>
              <a:t> </a:t>
            </a:r>
            <a:r>
              <a:rPr dirty="0" sz="1000">
                <a:solidFill>
                  <a:srgbClr val="2D3B4E"/>
                </a:solidFill>
                <a:latin typeface="Verdana"/>
                <a:cs typeface="Verdana"/>
              </a:rPr>
              <a:t>&amp;</a:t>
            </a:r>
            <a:r>
              <a:rPr dirty="0" sz="1000" spc="-30">
                <a:solidFill>
                  <a:srgbClr val="2D3B4E"/>
                </a:solidFill>
                <a:latin typeface="Verdana"/>
                <a:cs typeface="Verdana"/>
              </a:rPr>
              <a:t> </a:t>
            </a:r>
            <a:r>
              <a:rPr dirty="0" sz="1000" spc="-50">
                <a:solidFill>
                  <a:srgbClr val="2D3B4E"/>
                </a:solidFill>
                <a:latin typeface="Verdana"/>
                <a:cs typeface="Verdana"/>
              </a:rPr>
              <a:t>Proposed</a:t>
            </a:r>
            <a:r>
              <a:rPr dirty="0" sz="1000" spc="-30">
                <a:solidFill>
                  <a:srgbClr val="2D3B4E"/>
                </a:solidFill>
                <a:latin typeface="Verdana"/>
                <a:cs typeface="Verdana"/>
              </a:rPr>
              <a:t> </a:t>
            </a:r>
            <a:r>
              <a:rPr dirty="0" sz="1000" spc="-60">
                <a:solidFill>
                  <a:srgbClr val="2D3B4E"/>
                </a:solidFill>
                <a:latin typeface="Verdana"/>
                <a:cs typeface="Verdana"/>
              </a:rPr>
              <a:t>Elasticsearch</a:t>
            </a:r>
            <a:r>
              <a:rPr dirty="0" sz="1000" spc="-30">
                <a:solidFill>
                  <a:srgbClr val="2D3B4E"/>
                </a:solidFill>
                <a:latin typeface="Verdana"/>
                <a:cs typeface="Verdana"/>
              </a:rPr>
              <a:t> </a:t>
            </a:r>
            <a:r>
              <a:rPr dirty="0" sz="1000" spc="-10">
                <a:solidFill>
                  <a:srgbClr val="2D3B4E"/>
                </a:solidFill>
                <a:latin typeface="Verdana"/>
                <a:cs typeface="Verdana"/>
              </a:rPr>
              <a:t>Instances</a:t>
            </a:r>
            <a:endParaRPr sz="1000">
              <a:latin typeface="Verdana"/>
              <a:cs typeface="Verdana"/>
            </a:endParaRPr>
          </a:p>
          <a:p>
            <a:pPr marL="12700">
              <a:lnSpc>
                <a:spcPct val="100000"/>
              </a:lnSpc>
              <a:spcBef>
                <a:spcPts val="225"/>
              </a:spcBef>
            </a:pPr>
            <a:r>
              <a:rPr dirty="0" sz="400">
                <a:solidFill>
                  <a:srgbClr val="374552"/>
                </a:solidFill>
                <a:latin typeface="Trebuchet MS"/>
                <a:cs typeface="Trebuchet MS"/>
              </a:rPr>
              <a:t>This</a:t>
            </a:r>
            <a:r>
              <a:rPr dirty="0" sz="400" spc="10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400" spc="-10">
                <a:solidFill>
                  <a:srgbClr val="374552"/>
                </a:solidFill>
                <a:latin typeface="Trebuchet MS"/>
                <a:cs typeface="Trebuchet MS"/>
              </a:rPr>
              <a:t>comprehensive</a:t>
            </a:r>
            <a:r>
              <a:rPr dirty="0" sz="400" spc="15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400" spc="-10">
                <a:solidFill>
                  <a:srgbClr val="374552"/>
                </a:solidFill>
                <a:latin typeface="Trebuchet MS"/>
                <a:cs typeface="Trebuchet MS"/>
              </a:rPr>
              <a:t>list</a:t>
            </a:r>
            <a:r>
              <a:rPr dirty="0" sz="400" spc="15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400" spc="-10">
                <a:solidFill>
                  <a:srgbClr val="374552"/>
                </a:solidFill>
                <a:latin typeface="Trebuchet MS"/>
                <a:cs typeface="Trebuchet MS"/>
              </a:rPr>
              <a:t>outlines</a:t>
            </a:r>
            <a:r>
              <a:rPr dirty="0" sz="400" spc="15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400" spc="-20">
                <a:solidFill>
                  <a:srgbClr val="374552"/>
                </a:solidFill>
                <a:latin typeface="Trebuchet MS"/>
                <a:cs typeface="Trebuchet MS"/>
              </a:rPr>
              <a:t>the</a:t>
            </a:r>
            <a:r>
              <a:rPr dirty="0" sz="400" spc="15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400" spc="-20">
                <a:solidFill>
                  <a:srgbClr val="374552"/>
                </a:solidFill>
                <a:latin typeface="Trebuchet MS"/>
                <a:cs typeface="Trebuchet MS"/>
              </a:rPr>
              <a:t>current</a:t>
            </a:r>
            <a:r>
              <a:rPr dirty="0" sz="400" spc="10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400" spc="-10">
                <a:solidFill>
                  <a:srgbClr val="374552"/>
                </a:solidFill>
                <a:latin typeface="Trebuchet MS"/>
                <a:cs typeface="Trebuchet MS"/>
              </a:rPr>
              <a:t>Elasticsearch</a:t>
            </a:r>
            <a:r>
              <a:rPr dirty="0" sz="400" spc="15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400">
                <a:solidFill>
                  <a:srgbClr val="374552"/>
                </a:solidFill>
                <a:latin typeface="Trebuchet MS"/>
                <a:cs typeface="Trebuchet MS"/>
              </a:rPr>
              <a:t>servers</a:t>
            </a:r>
            <a:r>
              <a:rPr dirty="0" sz="400" spc="15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400">
                <a:solidFill>
                  <a:srgbClr val="374552"/>
                </a:solidFill>
                <a:latin typeface="Trebuchet MS"/>
                <a:cs typeface="Trebuchet MS"/>
              </a:rPr>
              <a:t>across</a:t>
            </a:r>
            <a:r>
              <a:rPr dirty="0" sz="400" spc="15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400" spc="-10">
                <a:solidFill>
                  <a:srgbClr val="374552"/>
                </a:solidFill>
                <a:latin typeface="Trebuchet MS"/>
                <a:cs typeface="Trebuchet MS"/>
              </a:rPr>
              <a:t>various</a:t>
            </a:r>
            <a:r>
              <a:rPr dirty="0" sz="400" spc="15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400" spc="-10">
                <a:solidFill>
                  <a:srgbClr val="374552"/>
                </a:solidFill>
                <a:latin typeface="Trebuchet MS"/>
                <a:cs typeface="Trebuchet MS"/>
              </a:rPr>
              <a:t>environments</a:t>
            </a:r>
            <a:r>
              <a:rPr dirty="0" sz="400" spc="10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400">
                <a:solidFill>
                  <a:srgbClr val="374552"/>
                </a:solidFill>
                <a:latin typeface="Trebuchet MS"/>
                <a:cs typeface="Trebuchet MS"/>
              </a:rPr>
              <a:t>and</a:t>
            </a:r>
            <a:r>
              <a:rPr dirty="0" sz="400" spc="15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400" spc="-20">
                <a:solidFill>
                  <a:srgbClr val="374552"/>
                </a:solidFill>
                <a:latin typeface="Trebuchet MS"/>
                <a:cs typeface="Trebuchet MS"/>
              </a:rPr>
              <a:t>their</a:t>
            </a:r>
            <a:r>
              <a:rPr dirty="0" sz="400" spc="15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400" spc="-10">
                <a:solidFill>
                  <a:srgbClr val="374552"/>
                </a:solidFill>
                <a:latin typeface="Trebuchet MS"/>
                <a:cs typeface="Trebuchet MS"/>
              </a:rPr>
              <a:t>corresponding</a:t>
            </a:r>
            <a:r>
              <a:rPr dirty="0" sz="400" spc="15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400" spc="-10">
                <a:solidFill>
                  <a:srgbClr val="374552"/>
                </a:solidFill>
                <a:latin typeface="Trebuchet MS"/>
                <a:cs typeface="Trebuchet MS"/>
              </a:rPr>
              <a:t>new</a:t>
            </a:r>
            <a:r>
              <a:rPr dirty="0" sz="400" spc="15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400" spc="-10">
                <a:solidFill>
                  <a:srgbClr val="374552"/>
                </a:solidFill>
                <a:latin typeface="Trebuchet MS"/>
                <a:cs typeface="Trebuchet MS"/>
              </a:rPr>
              <a:t>hostnames,</a:t>
            </a:r>
            <a:r>
              <a:rPr dirty="0" sz="400" spc="10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400" spc="-20">
                <a:solidFill>
                  <a:srgbClr val="374552"/>
                </a:solidFill>
                <a:latin typeface="Trebuchet MS"/>
                <a:cs typeface="Trebuchet MS"/>
              </a:rPr>
              <a:t>data</a:t>
            </a:r>
            <a:r>
              <a:rPr dirty="0" sz="400" spc="15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400" spc="-20">
                <a:solidFill>
                  <a:srgbClr val="374552"/>
                </a:solidFill>
                <a:latin typeface="Trebuchet MS"/>
                <a:cs typeface="Trebuchet MS"/>
              </a:rPr>
              <a:t>centers,</a:t>
            </a:r>
            <a:r>
              <a:rPr dirty="0" sz="400" spc="15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400">
                <a:solidFill>
                  <a:srgbClr val="374552"/>
                </a:solidFill>
                <a:latin typeface="Trebuchet MS"/>
                <a:cs typeface="Trebuchet MS"/>
              </a:rPr>
              <a:t>and</a:t>
            </a:r>
            <a:r>
              <a:rPr dirty="0" sz="400" spc="15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400" spc="-10">
                <a:solidFill>
                  <a:srgbClr val="374552"/>
                </a:solidFill>
                <a:latin typeface="Trebuchet MS"/>
                <a:cs typeface="Trebuchet MS"/>
              </a:rPr>
              <a:t>configurations.</a:t>
            </a:r>
            <a:r>
              <a:rPr dirty="0" sz="400">
                <a:solidFill>
                  <a:srgbClr val="374552"/>
                </a:solidFill>
                <a:latin typeface="Trebuchet MS"/>
                <a:cs typeface="Trebuchet MS"/>
              </a:rPr>
              <a:t> This</a:t>
            </a:r>
            <a:r>
              <a:rPr dirty="0" sz="400" spc="15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400" spc="-20">
                <a:solidFill>
                  <a:srgbClr val="374552"/>
                </a:solidFill>
                <a:latin typeface="Trebuchet MS"/>
                <a:cs typeface="Trebuchet MS"/>
              </a:rPr>
              <a:t>inventory</a:t>
            </a:r>
            <a:r>
              <a:rPr dirty="0" sz="400" spc="10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400">
                <a:solidFill>
                  <a:srgbClr val="374552"/>
                </a:solidFill>
                <a:latin typeface="Trebuchet MS"/>
                <a:cs typeface="Trebuchet MS"/>
              </a:rPr>
              <a:t>is</a:t>
            </a:r>
            <a:r>
              <a:rPr dirty="0" sz="400" spc="15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400" spc="-20">
                <a:solidFill>
                  <a:srgbClr val="374552"/>
                </a:solidFill>
                <a:latin typeface="Trebuchet MS"/>
                <a:cs typeface="Trebuchet MS"/>
              </a:rPr>
              <a:t>critical</a:t>
            </a:r>
            <a:r>
              <a:rPr dirty="0" sz="400" spc="15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400" spc="-10">
                <a:solidFill>
                  <a:srgbClr val="374552"/>
                </a:solidFill>
                <a:latin typeface="Trebuchet MS"/>
                <a:cs typeface="Trebuchet MS"/>
              </a:rPr>
              <a:t>for</a:t>
            </a:r>
            <a:r>
              <a:rPr dirty="0" sz="400" spc="15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400" spc="-10">
                <a:solidFill>
                  <a:srgbClr val="374552"/>
                </a:solidFill>
                <a:latin typeface="Trebuchet MS"/>
                <a:cs typeface="Trebuchet MS"/>
              </a:rPr>
              <a:t>tracking</a:t>
            </a:r>
            <a:r>
              <a:rPr dirty="0" sz="400" spc="15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400">
                <a:solidFill>
                  <a:srgbClr val="374552"/>
                </a:solidFill>
                <a:latin typeface="Trebuchet MS"/>
                <a:cs typeface="Trebuchet MS"/>
              </a:rPr>
              <a:t>and</a:t>
            </a:r>
            <a:r>
              <a:rPr dirty="0" sz="400" spc="10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400" spc="-10">
                <a:solidFill>
                  <a:srgbClr val="374552"/>
                </a:solidFill>
                <a:latin typeface="Trebuchet MS"/>
                <a:cs typeface="Trebuchet MS"/>
              </a:rPr>
              <a:t>executing</a:t>
            </a:r>
            <a:r>
              <a:rPr dirty="0" sz="400" spc="15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400" spc="-20">
                <a:solidFill>
                  <a:srgbClr val="374552"/>
                </a:solidFill>
                <a:latin typeface="Trebuchet MS"/>
                <a:cs typeface="Trebuchet MS"/>
              </a:rPr>
              <a:t>the</a:t>
            </a:r>
            <a:r>
              <a:rPr dirty="0" sz="400" spc="15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400" spc="-10">
                <a:solidFill>
                  <a:srgbClr val="374552"/>
                </a:solidFill>
                <a:latin typeface="Trebuchet MS"/>
                <a:cs typeface="Trebuchet MS"/>
              </a:rPr>
              <a:t>migration</a:t>
            </a:r>
            <a:r>
              <a:rPr dirty="0" sz="400" spc="15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400" spc="-20">
                <a:solidFill>
                  <a:srgbClr val="374552"/>
                </a:solidFill>
                <a:latin typeface="Trebuchet MS"/>
                <a:cs typeface="Trebuchet MS"/>
              </a:rPr>
              <a:t>with</a:t>
            </a:r>
            <a:r>
              <a:rPr dirty="0" sz="400" spc="15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400" spc="-10">
                <a:solidFill>
                  <a:srgbClr val="374552"/>
                </a:solidFill>
                <a:latin typeface="Trebuchet MS"/>
                <a:cs typeface="Trebuchet MS"/>
              </a:rPr>
              <a:t>precision.</a:t>
            </a:r>
            <a:endParaRPr sz="400">
              <a:latin typeface="Trebuchet MS"/>
              <a:cs typeface="Trebuchet MS"/>
            </a:endParaRPr>
          </a:p>
        </p:txBody>
      </p:sp>
      <p:sp>
        <p:nvSpPr>
          <p:cNvPr id="3" name="object 3"/>
          <p:cNvSpPr/>
          <p:nvPr/>
        </p:nvSpPr>
        <p:spPr>
          <a:xfrm>
            <a:off x="323849" y="1885950"/>
            <a:ext cx="1066800" cy="95250"/>
          </a:xfrm>
          <a:custGeom>
            <a:avLst/>
            <a:gdLst/>
            <a:ahLst/>
            <a:cxnLst/>
            <a:rect l="l" t="t" r="r" b="b"/>
            <a:pathLst>
              <a:path w="1066800" h="95250">
                <a:moveTo>
                  <a:pt x="1066799" y="0"/>
                </a:moveTo>
                <a:lnTo>
                  <a:pt x="12769" y="0"/>
                </a:lnTo>
                <a:lnTo>
                  <a:pt x="8611" y="1727"/>
                </a:lnTo>
                <a:lnTo>
                  <a:pt x="1720" y="8610"/>
                </a:lnTo>
                <a:lnTo>
                  <a:pt x="0" y="12763"/>
                </a:lnTo>
                <a:lnTo>
                  <a:pt x="0" y="95249"/>
                </a:lnTo>
                <a:lnTo>
                  <a:pt x="1066799" y="95249"/>
                </a:lnTo>
                <a:lnTo>
                  <a:pt x="1066799" y="0"/>
                </a:lnTo>
                <a:close/>
              </a:path>
            </a:pathLst>
          </a:custGeom>
          <a:solidFill>
            <a:srgbClr val="FFFFFF">
              <a:alpha val="3919"/>
            </a:srgbClr>
          </a:solidFill>
        </p:spPr>
        <p:txBody>
          <a:bodyPr wrap="square" lIns="0" tIns="0" rIns="0" bIns="0" rtlCol="0"/>
          <a:lstStyle/>
          <a:p/>
        </p:txBody>
      </p:sp>
      <p:sp>
        <p:nvSpPr>
          <p:cNvPr id="4" name="object 4"/>
          <p:cNvSpPr/>
          <p:nvPr/>
        </p:nvSpPr>
        <p:spPr>
          <a:xfrm>
            <a:off x="10572749" y="1885950"/>
            <a:ext cx="533400" cy="95250"/>
          </a:xfrm>
          <a:custGeom>
            <a:avLst/>
            <a:gdLst/>
            <a:ahLst/>
            <a:cxnLst/>
            <a:rect l="l" t="t" r="r" b="b"/>
            <a:pathLst>
              <a:path w="533400" h="95250">
                <a:moveTo>
                  <a:pt x="520636" y="0"/>
                </a:moveTo>
                <a:lnTo>
                  <a:pt x="0" y="0"/>
                </a:lnTo>
                <a:lnTo>
                  <a:pt x="0" y="95249"/>
                </a:lnTo>
                <a:lnTo>
                  <a:pt x="533399" y="95249"/>
                </a:lnTo>
                <a:lnTo>
                  <a:pt x="533399" y="12763"/>
                </a:lnTo>
                <a:lnTo>
                  <a:pt x="531672" y="8610"/>
                </a:lnTo>
                <a:lnTo>
                  <a:pt x="524789" y="1727"/>
                </a:lnTo>
                <a:lnTo>
                  <a:pt x="520636" y="0"/>
                </a:lnTo>
                <a:close/>
              </a:path>
            </a:pathLst>
          </a:custGeom>
          <a:solidFill>
            <a:srgbClr val="FFFFFF">
              <a:alpha val="3919"/>
            </a:srgbClr>
          </a:solidFill>
        </p:spPr>
        <p:txBody>
          <a:bodyPr wrap="square" lIns="0" tIns="0" rIns="0" bIns="0" rtlCol="0"/>
          <a:lstStyle/>
          <a:p/>
        </p:txBody>
      </p:sp>
      <p:sp>
        <p:nvSpPr>
          <p:cNvPr id="5" name="object 5"/>
          <p:cNvSpPr/>
          <p:nvPr/>
        </p:nvSpPr>
        <p:spPr>
          <a:xfrm>
            <a:off x="323849" y="4724400"/>
            <a:ext cx="1066800" cy="95250"/>
          </a:xfrm>
          <a:custGeom>
            <a:avLst/>
            <a:gdLst/>
            <a:ahLst/>
            <a:cxnLst/>
            <a:rect l="l" t="t" r="r" b="b"/>
            <a:pathLst>
              <a:path w="1066800" h="95250">
                <a:moveTo>
                  <a:pt x="1066799" y="0"/>
                </a:moveTo>
                <a:lnTo>
                  <a:pt x="0" y="0"/>
                </a:lnTo>
                <a:lnTo>
                  <a:pt x="0" y="82486"/>
                </a:lnTo>
                <a:lnTo>
                  <a:pt x="1720" y="86639"/>
                </a:lnTo>
                <a:lnTo>
                  <a:pt x="8611" y="93522"/>
                </a:lnTo>
                <a:lnTo>
                  <a:pt x="12769" y="95249"/>
                </a:lnTo>
                <a:lnTo>
                  <a:pt x="1066799" y="95249"/>
                </a:lnTo>
                <a:lnTo>
                  <a:pt x="1066799" y="0"/>
                </a:lnTo>
                <a:close/>
              </a:path>
            </a:pathLst>
          </a:custGeom>
          <a:solidFill>
            <a:srgbClr val="FFFFFF">
              <a:alpha val="3919"/>
            </a:srgbClr>
          </a:solidFill>
        </p:spPr>
        <p:txBody>
          <a:bodyPr wrap="square" lIns="0" tIns="0" rIns="0" bIns="0" rtlCol="0"/>
          <a:lstStyle/>
          <a:p/>
        </p:txBody>
      </p:sp>
      <p:graphicFrame>
        <p:nvGraphicFramePr>
          <p:cNvPr id="6" name="object 6"/>
          <p:cNvGraphicFramePr>
            <a:graphicFrameLocks noGrp="1"/>
          </p:cNvGraphicFramePr>
          <p:nvPr/>
        </p:nvGraphicFramePr>
        <p:xfrm>
          <a:off x="309562" y="1873218"/>
          <a:ext cx="10887075" cy="294195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076325"/>
                <a:gridCol w="1085850"/>
                <a:gridCol w="1076325"/>
                <a:gridCol w="1076325"/>
                <a:gridCol w="1085850"/>
                <a:gridCol w="1076325"/>
                <a:gridCol w="1076325"/>
                <a:gridCol w="1619250"/>
                <a:gridCol w="1076325"/>
                <a:gridCol w="542925"/>
              </a:tblGrid>
              <a:tr h="99695">
                <a:tc>
                  <a:txBody>
                    <a:bodyPr/>
                    <a:lstStyle/>
                    <a:p>
                      <a:pPr marL="51435">
                        <a:lnSpc>
                          <a:spcPct val="100000"/>
                        </a:lnSpc>
                        <a:spcBef>
                          <a:spcPts val="85"/>
                        </a:spcBef>
                      </a:pPr>
                      <a:r>
                        <a:rPr dirty="0" sz="400" spc="-1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pdvra85a0065</a:t>
                      </a:r>
                      <a:endParaRPr sz="400">
                        <a:latin typeface="Trebuchet MS"/>
                        <a:cs typeface="Trebuchet MS"/>
                      </a:endParaRPr>
                    </a:p>
                  </a:txBody>
                  <a:tcPr marL="0" marR="0" marB="0" marT="10795">
                    <a:lnL w="19050">
                      <a:solidFill>
                        <a:srgbClr val="FFFFFF"/>
                      </a:solidFill>
                      <a:prstDash val="solid"/>
                    </a:lnL>
                    <a:lnR w="9525">
                      <a:solidFill>
                        <a:srgbClr val="F9F9F5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L="59055">
                        <a:lnSpc>
                          <a:spcPct val="100000"/>
                        </a:lnSpc>
                        <a:spcBef>
                          <a:spcPts val="85"/>
                        </a:spcBef>
                      </a:pPr>
                      <a:r>
                        <a:rPr dirty="0" sz="400" spc="-25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Dev</a:t>
                      </a:r>
                      <a:endParaRPr sz="400">
                        <a:latin typeface="Trebuchet MS"/>
                        <a:cs typeface="Trebuchet MS"/>
                      </a:endParaRPr>
                    </a:p>
                  </a:txBody>
                  <a:tcPr marL="0" marR="0" marB="0" marT="10795">
                    <a:lnL w="9525">
                      <a:solidFill>
                        <a:srgbClr val="F9F9F5"/>
                      </a:solidFill>
                      <a:prstDash val="solid"/>
                    </a:lnL>
                    <a:lnR w="9525">
                      <a:solidFill>
                        <a:srgbClr val="F9F9F5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solidFill>
                      <a:srgbClr val="FFFFFF">
                        <a:alpha val="391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52069">
                        <a:lnSpc>
                          <a:spcPct val="100000"/>
                        </a:lnSpc>
                        <a:spcBef>
                          <a:spcPts val="85"/>
                        </a:spcBef>
                      </a:pPr>
                      <a:r>
                        <a:rPr dirty="0" sz="400" spc="-1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Elastic</a:t>
                      </a:r>
                      <a:r>
                        <a:rPr dirty="0" sz="400" spc="15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 </a:t>
                      </a:r>
                      <a:r>
                        <a:rPr dirty="0" sz="400" spc="-1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Master</a:t>
                      </a:r>
                      <a:endParaRPr sz="400">
                        <a:latin typeface="Trebuchet MS"/>
                        <a:cs typeface="Trebuchet MS"/>
                      </a:endParaRPr>
                    </a:p>
                  </a:txBody>
                  <a:tcPr marL="0" marR="0" marB="0" marT="10795">
                    <a:lnL w="9525">
                      <a:solidFill>
                        <a:srgbClr val="F9F9F5"/>
                      </a:solidFill>
                      <a:prstDash val="solid"/>
                    </a:lnL>
                    <a:lnR w="9525">
                      <a:solidFill>
                        <a:srgbClr val="F9F9F5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solidFill>
                      <a:srgbClr val="FFFFFF">
                        <a:alpha val="391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54610">
                        <a:lnSpc>
                          <a:spcPct val="100000"/>
                        </a:lnSpc>
                        <a:spcBef>
                          <a:spcPts val="85"/>
                        </a:spcBef>
                      </a:pPr>
                      <a:r>
                        <a:rPr dirty="0" sz="400" spc="-2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8X64</a:t>
                      </a:r>
                      <a:endParaRPr sz="400">
                        <a:latin typeface="Trebuchet MS"/>
                        <a:cs typeface="Trebuchet MS"/>
                      </a:endParaRPr>
                    </a:p>
                  </a:txBody>
                  <a:tcPr marL="0" marR="0" marB="0" marT="10795">
                    <a:lnL w="9525">
                      <a:solidFill>
                        <a:srgbClr val="F9F9F5"/>
                      </a:solidFill>
                      <a:prstDash val="solid"/>
                    </a:lnL>
                    <a:lnR w="9525">
                      <a:solidFill>
                        <a:srgbClr val="F9F9F5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solidFill>
                      <a:srgbClr val="FFFFFF">
                        <a:alpha val="391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57150">
                        <a:lnSpc>
                          <a:spcPct val="100000"/>
                        </a:lnSpc>
                        <a:spcBef>
                          <a:spcPts val="85"/>
                        </a:spcBef>
                      </a:pPr>
                      <a:r>
                        <a:rPr dirty="0" sz="400" spc="-2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St.</a:t>
                      </a:r>
                      <a:r>
                        <a:rPr dirty="0" sz="400" spc="-5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 </a:t>
                      </a:r>
                      <a:r>
                        <a:rPr dirty="0" sz="400" spc="-2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Louis</a:t>
                      </a:r>
                      <a:endParaRPr sz="400">
                        <a:latin typeface="Trebuchet MS"/>
                        <a:cs typeface="Trebuchet MS"/>
                      </a:endParaRPr>
                    </a:p>
                  </a:txBody>
                  <a:tcPr marL="0" marR="0" marB="0" marT="10795">
                    <a:lnL w="9525">
                      <a:solidFill>
                        <a:srgbClr val="F9F9F5"/>
                      </a:solidFill>
                      <a:prstDash val="solid"/>
                    </a:lnL>
                    <a:lnR w="9525">
                      <a:solidFill>
                        <a:srgbClr val="F9F9F5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solidFill>
                      <a:srgbClr val="FFFFFF">
                        <a:alpha val="391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50165">
                        <a:lnSpc>
                          <a:spcPct val="100000"/>
                        </a:lnSpc>
                        <a:spcBef>
                          <a:spcPts val="85"/>
                        </a:spcBef>
                      </a:pPr>
                      <a:r>
                        <a:rPr dirty="0" sz="400" spc="-25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UTC</a:t>
                      </a:r>
                      <a:endParaRPr sz="400">
                        <a:latin typeface="Trebuchet MS"/>
                        <a:cs typeface="Trebuchet MS"/>
                      </a:endParaRPr>
                    </a:p>
                  </a:txBody>
                  <a:tcPr marL="0" marR="0" marB="0" marT="10795">
                    <a:lnL w="9525">
                      <a:solidFill>
                        <a:srgbClr val="F9F9F5"/>
                      </a:solidFill>
                      <a:prstDash val="solid"/>
                    </a:lnL>
                    <a:lnR w="9525">
                      <a:solidFill>
                        <a:srgbClr val="F9F9F5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solidFill>
                      <a:srgbClr val="FFFFFF">
                        <a:alpha val="391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53340">
                        <a:lnSpc>
                          <a:spcPct val="100000"/>
                        </a:lnSpc>
                        <a:spcBef>
                          <a:spcPts val="85"/>
                        </a:spcBef>
                      </a:pPr>
                      <a:r>
                        <a:rPr dirty="0" sz="400" spc="-1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pdvra01a0088</a:t>
                      </a:r>
                      <a:endParaRPr sz="400">
                        <a:latin typeface="Trebuchet MS"/>
                        <a:cs typeface="Trebuchet MS"/>
                      </a:endParaRPr>
                    </a:p>
                  </a:txBody>
                  <a:tcPr marL="0" marR="0" marB="0" marT="10795">
                    <a:lnL w="9525">
                      <a:solidFill>
                        <a:srgbClr val="F9F9F5"/>
                      </a:solidFill>
                      <a:prstDash val="solid"/>
                    </a:lnL>
                    <a:lnR w="9525">
                      <a:solidFill>
                        <a:srgbClr val="F9F9F5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solidFill>
                      <a:srgbClr val="FFFFFF">
                        <a:alpha val="391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55880">
                        <a:lnSpc>
                          <a:spcPct val="100000"/>
                        </a:lnSpc>
                        <a:spcBef>
                          <a:spcPts val="85"/>
                        </a:spcBef>
                      </a:pPr>
                      <a:r>
                        <a:rPr dirty="0" sz="400" spc="-1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/apps</a:t>
                      </a:r>
                      <a:r>
                        <a:rPr dirty="0" sz="400" spc="2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 </a:t>
                      </a:r>
                      <a:r>
                        <a:rPr dirty="0" sz="400" spc="-2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50G,/esdata</a:t>
                      </a:r>
                      <a:r>
                        <a:rPr dirty="0" sz="400" spc="2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 </a:t>
                      </a:r>
                      <a:r>
                        <a:rPr dirty="0" sz="400" spc="-2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100G</a:t>
                      </a:r>
                      <a:endParaRPr sz="400">
                        <a:latin typeface="Trebuchet MS"/>
                        <a:cs typeface="Trebuchet MS"/>
                      </a:endParaRPr>
                    </a:p>
                  </a:txBody>
                  <a:tcPr marL="0" marR="0" marB="0" marT="10795">
                    <a:lnL w="9525">
                      <a:solidFill>
                        <a:srgbClr val="F9F9F5"/>
                      </a:solidFill>
                      <a:prstDash val="solid"/>
                    </a:lnL>
                    <a:lnR w="9525">
                      <a:solidFill>
                        <a:srgbClr val="F9F9F5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solidFill>
                      <a:srgbClr val="FFFFFF">
                        <a:alpha val="391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55244">
                        <a:lnSpc>
                          <a:spcPct val="100000"/>
                        </a:lnSpc>
                        <a:spcBef>
                          <a:spcPts val="85"/>
                        </a:spcBef>
                      </a:pPr>
                      <a:r>
                        <a:rPr dirty="0" sz="40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Elasticsearch</a:t>
                      </a:r>
                      <a:r>
                        <a:rPr dirty="0" sz="400" spc="-3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 </a:t>
                      </a:r>
                      <a:r>
                        <a:rPr dirty="0" sz="400" spc="-2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7.17</a:t>
                      </a:r>
                      <a:endParaRPr sz="400">
                        <a:latin typeface="Trebuchet MS"/>
                        <a:cs typeface="Trebuchet MS"/>
                      </a:endParaRPr>
                    </a:p>
                  </a:txBody>
                  <a:tcPr marL="0" marR="0" marB="0" marT="10795">
                    <a:lnL w="9525">
                      <a:solidFill>
                        <a:srgbClr val="F9F9F5"/>
                      </a:solidFill>
                      <a:prstDash val="solid"/>
                    </a:lnL>
                    <a:lnR w="9525">
                      <a:solidFill>
                        <a:srgbClr val="F9F9F5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solidFill>
                      <a:srgbClr val="FFFFFF">
                        <a:alpha val="391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400">
                        <a:latin typeface="Times New Roman"/>
                        <a:cs typeface="Times New Roman"/>
                      </a:endParaRPr>
                    </a:p>
                  </a:txBody>
                  <a:tcPr marL="0" marR="0" marB="0" marT="0">
                    <a:lnL w="9525">
                      <a:solidFill>
                        <a:srgbClr val="F9F9F5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</a:tcPr>
                </a:tc>
              </a:tr>
              <a:tr h="85090">
                <a:tc>
                  <a:txBody>
                    <a:bodyPr/>
                    <a:lstStyle/>
                    <a:p>
                      <a:pPr marL="51435">
                        <a:lnSpc>
                          <a:spcPct val="100000"/>
                        </a:lnSpc>
                        <a:spcBef>
                          <a:spcPts val="50"/>
                        </a:spcBef>
                      </a:pPr>
                      <a:r>
                        <a:rPr dirty="0" sz="400" spc="-1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pdvra86a0065</a:t>
                      </a:r>
                      <a:endParaRPr sz="400">
                        <a:latin typeface="Trebuchet MS"/>
                        <a:cs typeface="Trebuchet MS"/>
                      </a:endParaRPr>
                    </a:p>
                  </a:txBody>
                  <a:tcPr marL="0" marR="0" marB="0" marT="6350">
                    <a:lnL w="19050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F9F9F5"/>
                      </a:solidFill>
                      <a:prstDash val="solid"/>
                    </a:lnR>
                    <a:solidFill>
                      <a:srgbClr val="000000">
                        <a:alpha val="391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59055">
                        <a:lnSpc>
                          <a:spcPct val="100000"/>
                        </a:lnSpc>
                        <a:spcBef>
                          <a:spcPts val="50"/>
                        </a:spcBef>
                      </a:pPr>
                      <a:r>
                        <a:rPr dirty="0" sz="400" spc="-25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Dev</a:t>
                      </a:r>
                      <a:endParaRPr sz="400">
                        <a:latin typeface="Trebuchet MS"/>
                        <a:cs typeface="Trebuchet MS"/>
                      </a:endParaRPr>
                    </a:p>
                  </a:txBody>
                  <a:tcPr marL="0" marR="0" marB="0" marT="6350">
                    <a:lnL w="9525">
                      <a:solidFill>
                        <a:srgbClr val="F9F9F5"/>
                      </a:solidFill>
                      <a:prstDash val="solid"/>
                    </a:lnL>
                    <a:lnR w="9525">
                      <a:solidFill>
                        <a:srgbClr val="F9F9F5"/>
                      </a:solidFill>
                      <a:prstDash val="solid"/>
                    </a:lnR>
                    <a:solidFill>
                      <a:srgbClr val="000000">
                        <a:alpha val="391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52069">
                        <a:lnSpc>
                          <a:spcPct val="100000"/>
                        </a:lnSpc>
                        <a:spcBef>
                          <a:spcPts val="50"/>
                        </a:spcBef>
                      </a:pPr>
                      <a:r>
                        <a:rPr dirty="0" sz="400" spc="-1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Elastic</a:t>
                      </a:r>
                      <a:r>
                        <a:rPr dirty="0" sz="400" spc="15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 </a:t>
                      </a:r>
                      <a:r>
                        <a:rPr dirty="0" sz="400" spc="-1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Master</a:t>
                      </a:r>
                      <a:endParaRPr sz="400">
                        <a:latin typeface="Trebuchet MS"/>
                        <a:cs typeface="Trebuchet MS"/>
                      </a:endParaRPr>
                    </a:p>
                  </a:txBody>
                  <a:tcPr marL="0" marR="0" marB="0" marT="6350">
                    <a:lnL w="9525">
                      <a:solidFill>
                        <a:srgbClr val="F9F9F5"/>
                      </a:solidFill>
                      <a:prstDash val="solid"/>
                    </a:lnL>
                    <a:lnR w="9525">
                      <a:solidFill>
                        <a:srgbClr val="F9F9F5"/>
                      </a:solidFill>
                      <a:prstDash val="solid"/>
                    </a:lnR>
                    <a:solidFill>
                      <a:srgbClr val="000000">
                        <a:alpha val="391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54610">
                        <a:lnSpc>
                          <a:spcPct val="100000"/>
                        </a:lnSpc>
                        <a:spcBef>
                          <a:spcPts val="50"/>
                        </a:spcBef>
                      </a:pPr>
                      <a:r>
                        <a:rPr dirty="0" sz="400" spc="-2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8X64</a:t>
                      </a:r>
                      <a:endParaRPr sz="400">
                        <a:latin typeface="Trebuchet MS"/>
                        <a:cs typeface="Trebuchet MS"/>
                      </a:endParaRPr>
                    </a:p>
                  </a:txBody>
                  <a:tcPr marL="0" marR="0" marB="0" marT="6350">
                    <a:lnL w="9525">
                      <a:solidFill>
                        <a:srgbClr val="F9F9F5"/>
                      </a:solidFill>
                      <a:prstDash val="solid"/>
                    </a:lnL>
                    <a:lnR w="9525">
                      <a:solidFill>
                        <a:srgbClr val="F9F9F5"/>
                      </a:solidFill>
                      <a:prstDash val="solid"/>
                    </a:lnR>
                    <a:solidFill>
                      <a:srgbClr val="000000">
                        <a:alpha val="391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57150">
                        <a:lnSpc>
                          <a:spcPct val="100000"/>
                        </a:lnSpc>
                        <a:spcBef>
                          <a:spcPts val="50"/>
                        </a:spcBef>
                      </a:pPr>
                      <a:r>
                        <a:rPr dirty="0" sz="400" spc="-2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St.</a:t>
                      </a:r>
                      <a:r>
                        <a:rPr dirty="0" sz="400" spc="-5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 </a:t>
                      </a:r>
                      <a:r>
                        <a:rPr dirty="0" sz="400" spc="-2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Louis</a:t>
                      </a:r>
                      <a:endParaRPr sz="400">
                        <a:latin typeface="Trebuchet MS"/>
                        <a:cs typeface="Trebuchet MS"/>
                      </a:endParaRPr>
                    </a:p>
                  </a:txBody>
                  <a:tcPr marL="0" marR="0" marB="0" marT="6350">
                    <a:lnL w="9525">
                      <a:solidFill>
                        <a:srgbClr val="F9F9F5"/>
                      </a:solidFill>
                      <a:prstDash val="solid"/>
                    </a:lnL>
                    <a:lnR w="9525">
                      <a:solidFill>
                        <a:srgbClr val="F9F9F5"/>
                      </a:solidFill>
                      <a:prstDash val="solid"/>
                    </a:lnR>
                    <a:solidFill>
                      <a:srgbClr val="000000">
                        <a:alpha val="391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50165">
                        <a:lnSpc>
                          <a:spcPct val="100000"/>
                        </a:lnSpc>
                        <a:spcBef>
                          <a:spcPts val="50"/>
                        </a:spcBef>
                      </a:pPr>
                      <a:r>
                        <a:rPr dirty="0" sz="400" spc="-25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UTC</a:t>
                      </a:r>
                      <a:endParaRPr sz="400">
                        <a:latin typeface="Trebuchet MS"/>
                        <a:cs typeface="Trebuchet MS"/>
                      </a:endParaRPr>
                    </a:p>
                  </a:txBody>
                  <a:tcPr marL="0" marR="0" marB="0" marT="6350">
                    <a:lnL w="9525">
                      <a:solidFill>
                        <a:srgbClr val="F9F9F5"/>
                      </a:solidFill>
                      <a:prstDash val="solid"/>
                    </a:lnL>
                    <a:lnR w="9525">
                      <a:solidFill>
                        <a:srgbClr val="F9F9F5"/>
                      </a:solidFill>
                      <a:prstDash val="solid"/>
                    </a:lnR>
                    <a:solidFill>
                      <a:srgbClr val="000000">
                        <a:alpha val="391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53340">
                        <a:lnSpc>
                          <a:spcPct val="100000"/>
                        </a:lnSpc>
                        <a:spcBef>
                          <a:spcPts val="50"/>
                        </a:spcBef>
                      </a:pPr>
                      <a:r>
                        <a:rPr dirty="0" sz="400" spc="-1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pdvra02a0088</a:t>
                      </a:r>
                      <a:endParaRPr sz="400">
                        <a:latin typeface="Trebuchet MS"/>
                        <a:cs typeface="Trebuchet MS"/>
                      </a:endParaRPr>
                    </a:p>
                  </a:txBody>
                  <a:tcPr marL="0" marR="0" marB="0" marT="6350">
                    <a:lnL w="9525">
                      <a:solidFill>
                        <a:srgbClr val="F9F9F5"/>
                      </a:solidFill>
                      <a:prstDash val="solid"/>
                    </a:lnL>
                    <a:lnR w="9525">
                      <a:solidFill>
                        <a:srgbClr val="F9F9F5"/>
                      </a:solidFill>
                      <a:prstDash val="solid"/>
                    </a:lnR>
                    <a:solidFill>
                      <a:srgbClr val="000000">
                        <a:alpha val="391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55880">
                        <a:lnSpc>
                          <a:spcPct val="100000"/>
                        </a:lnSpc>
                        <a:spcBef>
                          <a:spcPts val="50"/>
                        </a:spcBef>
                      </a:pPr>
                      <a:r>
                        <a:rPr dirty="0" sz="400" spc="-1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/apps</a:t>
                      </a:r>
                      <a:r>
                        <a:rPr dirty="0" sz="400" spc="2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 </a:t>
                      </a:r>
                      <a:r>
                        <a:rPr dirty="0" sz="400" spc="-2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50G,/esdata</a:t>
                      </a:r>
                      <a:r>
                        <a:rPr dirty="0" sz="400" spc="2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 </a:t>
                      </a:r>
                      <a:r>
                        <a:rPr dirty="0" sz="400" spc="-2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100G</a:t>
                      </a:r>
                      <a:endParaRPr sz="400">
                        <a:latin typeface="Trebuchet MS"/>
                        <a:cs typeface="Trebuchet MS"/>
                      </a:endParaRPr>
                    </a:p>
                  </a:txBody>
                  <a:tcPr marL="0" marR="0" marB="0" marT="6350">
                    <a:lnL w="9525">
                      <a:solidFill>
                        <a:srgbClr val="F9F9F5"/>
                      </a:solidFill>
                      <a:prstDash val="solid"/>
                    </a:lnL>
                    <a:lnR w="9525">
                      <a:solidFill>
                        <a:srgbClr val="F9F9F5"/>
                      </a:solidFill>
                      <a:prstDash val="solid"/>
                    </a:lnR>
                    <a:solidFill>
                      <a:srgbClr val="000000">
                        <a:alpha val="391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55244">
                        <a:lnSpc>
                          <a:spcPct val="100000"/>
                        </a:lnSpc>
                        <a:spcBef>
                          <a:spcPts val="50"/>
                        </a:spcBef>
                      </a:pPr>
                      <a:r>
                        <a:rPr dirty="0" sz="400" spc="-1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Elasticsearch</a:t>
                      </a:r>
                      <a:r>
                        <a:rPr dirty="0" sz="400" spc="85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 </a:t>
                      </a:r>
                      <a:r>
                        <a:rPr dirty="0" sz="400" spc="-2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7.17</a:t>
                      </a:r>
                      <a:endParaRPr sz="400">
                        <a:latin typeface="Trebuchet MS"/>
                        <a:cs typeface="Trebuchet MS"/>
                      </a:endParaRPr>
                    </a:p>
                  </a:txBody>
                  <a:tcPr marL="0" marR="0" marB="0" marT="6350">
                    <a:lnL w="9525">
                      <a:solidFill>
                        <a:srgbClr val="F9F9F5"/>
                      </a:solidFill>
                      <a:prstDash val="solid"/>
                    </a:lnL>
                    <a:lnR w="9525">
                      <a:solidFill>
                        <a:srgbClr val="F9F9F5"/>
                      </a:solidFill>
                      <a:prstDash val="solid"/>
                    </a:lnR>
                    <a:solidFill>
                      <a:srgbClr val="000000">
                        <a:alpha val="391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400">
                        <a:latin typeface="Times New Roman"/>
                        <a:cs typeface="Times New Roman"/>
                      </a:endParaRPr>
                    </a:p>
                  </a:txBody>
                  <a:tcPr marL="0" marR="0" marB="0" marT="0">
                    <a:lnL w="9525">
                      <a:solidFill>
                        <a:srgbClr val="F9F9F5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solidFill>
                      <a:srgbClr val="000000">
                        <a:alpha val="3919"/>
                      </a:srgbClr>
                    </a:solidFill>
                  </a:tcPr>
                </a:tc>
              </a:tr>
              <a:tr h="85725">
                <a:tc>
                  <a:txBody>
                    <a:bodyPr/>
                    <a:lstStyle/>
                    <a:p>
                      <a:pPr marL="51435">
                        <a:lnSpc>
                          <a:spcPct val="100000"/>
                        </a:lnSpc>
                        <a:spcBef>
                          <a:spcPts val="50"/>
                        </a:spcBef>
                      </a:pPr>
                      <a:r>
                        <a:rPr dirty="0" sz="400" spc="-1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pdvra87a0065</a:t>
                      </a:r>
                      <a:endParaRPr sz="400">
                        <a:latin typeface="Trebuchet MS"/>
                        <a:cs typeface="Trebuchet MS"/>
                      </a:endParaRPr>
                    </a:p>
                  </a:txBody>
                  <a:tcPr marL="0" marR="0" marB="0" marT="6350">
                    <a:lnL w="19050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F9F9F5"/>
                      </a:solidFill>
                      <a:prstDash val="solid"/>
                    </a:lnR>
                    <a:solidFill>
                      <a:srgbClr val="FFFFFF">
                        <a:alpha val="391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59055">
                        <a:lnSpc>
                          <a:spcPct val="100000"/>
                        </a:lnSpc>
                        <a:spcBef>
                          <a:spcPts val="50"/>
                        </a:spcBef>
                      </a:pPr>
                      <a:r>
                        <a:rPr dirty="0" sz="400" spc="-25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Dev</a:t>
                      </a:r>
                      <a:endParaRPr sz="400">
                        <a:latin typeface="Trebuchet MS"/>
                        <a:cs typeface="Trebuchet MS"/>
                      </a:endParaRPr>
                    </a:p>
                  </a:txBody>
                  <a:tcPr marL="0" marR="0" marB="0" marT="6350">
                    <a:lnL w="9525">
                      <a:solidFill>
                        <a:srgbClr val="F9F9F5"/>
                      </a:solidFill>
                      <a:prstDash val="solid"/>
                    </a:lnL>
                    <a:lnR w="9525">
                      <a:solidFill>
                        <a:srgbClr val="F9F9F5"/>
                      </a:solidFill>
                      <a:prstDash val="solid"/>
                    </a:lnR>
                    <a:solidFill>
                      <a:srgbClr val="FFFFFF">
                        <a:alpha val="391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52069">
                        <a:lnSpc>
                          <a:spcPct val="100000"/>
                        </a:lnSpc>
                        <a:spcBef>
                          <a:spcPts val="50"/>
                        </a:spcBef>
                      </a:pPr>
                      <a:r>
                        <a:rPr dirty="0" sz="400" spc="-1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Elastic</a:t>
                      </a:r>
                      <a:r>
                        <a:rPr dirty="0" sz="400" spc="15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 </a:t>
                      </a:r>
                      <a:r>
                        <a:rPr dirty="0" sz="400" spc="-25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Hot</a:t>
                      </a:r>
                      <a:endParaRPr sz="400">
                        <a:latin typeface="Trebuchet MS"/>
                        <a:cs typeface="Trebuchet MS"/>
                      </a:endParaRPr>
                    </a:p>
                  </a:txBody>
                  <a:tcPr marL="0" marR="0" marB="0" marT="6350">
                    <a:lnL w="9525">
                      <a:solidFill>
                        <a:srgbClr val="F9F9F5"/>
                      </a:solidFill>
                      <a:prstDash val="solid"/>
                    </a:lnL>
                    <a:lnR w="9525">
                      <a:solidFill>
                        <a:srgbClr val="F9F9F5"/>
                      </a:solidFill>
                      <a:prstDash val="solid"/>
                    </a:lnR>
                    <a:solidFill>
                      <a:srgbClr val="FFFFFF">
                        <a:alpha val="391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54610">
                        <a:lnSpc>
                          <a:spcPct val="100000"/>
                        </a:lnSpc>
                        <a:spcBef>
                          <a:spcPts val="50"/>
                        </a:spcBef>
                      </a:pPr>
                      <a:r>
                        <a:rPr dirty="0" sz="400" spc="-2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8X64</a:t>
                      </a:r>
                      <a:endParaRPr sz="400">
                        <a:latin typeface="Trebuchet MS"/>
                        <a:cs typeface="Trebuchet MS"/>
                      </a:endParaRPr>
                    </a:p>
                  </a:txBody>
                  <a:tcPr marL="0" marR="0" marB="0" marT="6350">
                    <a:lnL w="9525">
                      <a:solidFill>
                        <a:srgbClr val="F9F9F5"/>
                      </a:solidFill>
                      <a:prstDash val="solid"/>
                    </a:lnL>
                    <a:lnR w="9525">
                      <a:solidFill>
                        <a:srgbClr val="F9F9F5"/>
                      </a:solidFill>
                      <a:prstDash val="solid"/>
                    </a:lnR>
                    <a:solidFill>
                      <a:srgbClr val="FFFFFF">
                        <a:alpha val="391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57150">
                        <a:lnSpc>
                          <a:spcPct val="100000"/>
                        </a:lnSpc>
                        <a:spcBef>
                          <a:spcPts val="50"/>
                        </a:spcBef>
                      </a:pPr>
                      <a:r>
                        <a:rPr dirty="0" sz="400" spc="-2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St.</a:t>
                      </a:r>
                      <a:r>
                        <a:rPr dirty="0" sz="400" spc="-5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 </a:t>
                      </a:r>
                      <a:r>
                        <a:rPr dirty="0" sz="400" spc="-2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Louis</a:t>
                      </a:r>
                      <a:endParaRPr sz="400">
                        <a:latin typeface="Trebuchet MS"/>
                        <a:cs typeface="Trebuchet MS"/>
                      </a:endParaRPr>
                    </a:p>
                  </a:txBody>
                  <a:tcPr marL="0" marR="0" marB="0" marT="6350">
                    <a:lnL w="9525">
                      <a:solidFill>
                        <a:srgbClr val="F9F9F5"/>
                      </a:solidFill>
                      <a:prstDash val="solid"/>
                    </a:lnL>
                    <a:lnR w="9525">
                      <a:solidFill>
                        <a:srgbClr val="F9F9F5"/>
                      </a:solidFill>
                      <a:prstDash val="solid"/>
                    </a:lnR>
                    <a:solidFill>
                      <a:srgbClr val="FFFFFF">
                        <a:alpha val="391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50165">
                        <a:lnSpc>
                          <a:spcPct val="100000"/>
                        </a:lnSpc>
                        <a:spcBef>
                          <a:spcPts val="50"/>
                        </a:spcBef>
                      </a:pPr>
                      <a:r>
                        <a:rPr dirty="0" sz="400" spc="-25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UTC</a:t>
                      </a:r>
                      <a:endParaRPr sz="400">
                        <a:latin typeface="Trebuchet MS"/>
                        <a:cs typeface="Trebuchet MS"/>
                      </a:endParaRPr>
                    </a:p>
                  </a:txBody>
                  <a:tcPr marL="0" marR="0" marB="0" marT="6350">
                    <a:lnL w="9525">
                      <a:solidFill>
                        <a:srgbClr val="F9F9F5"/>
                      </a:solidFill>
                      <a:prstDash val="solid"/>
                    </a:lnL>
                    <a:lnR w="9525">
                      <a:solidFill>
                        <a:srgbClr val="F9F9F5"/>
                      </a:solidFill>
                      <a:prstDash val="solid"/>
                    </a:lnR>
                    <a:solidFill>
                      <a:srgbClr val="FFFFFF">
                        <a:alpha val="391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53340">
                        <a:lnSpc>
                          <a:spcPct val="100000"/>
                        </a:lnSpc>
                        <a:spcBef>
                          <a:spcPts val="50"/>
                        </a:spcBef>
                      </a:pPr>
                      <a:r>
                        <a:rPr dirty="0" sz="400" spc="-1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pdvralla0088</a:t>
                      </a:r>
                      <a:endParaRPr sz="400">
                        <a:latin typeface="Trebuchet MS"/>
                        <a:cs typeface="Trebuchet MS"/>
                      </a:endParaRPr>
                    </a:p>
                  </a:txBody>
                  <a:tcPr marL="0" marR="0" marB="0" marT="6350">
                    <a:lnL w="9525">
                      <a:solidFill>
                        <a:srgbClr val="F9F9F5"/>
                      </a:solidFill>
                      <a:prstDash val="solid"/>
                    </a:lnL>
                    <a:lnR w="9525">
                      <a:solidFill>
                        <a:srgbClr val="F9F9F5"/>
                      </a:solidFill>
                      <a:prstDash val="solid"/>
                    </a:lnR>
                    <a:solidFill>
                      <a:srgbClr val="FFFFFF">
                        <a:alpha val="391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55880">
                        <a:lnSpc>
                          <a:spcPct val="100000"/>
                        </a:lnSpc>
                        <a:spcBef>
                          <a:spcPts val="50"/>
                        </a:spcBef>
                      </a:pPr>
                      <a:r>
                        <a:rPr dirty="0" sz="400" spc="-1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/apps</a:t>
                      </a:r>
                      <a:r>
                        <a:rPr dirty="0" sz="400" spc="3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 </a:t>
                      </a:r>
                      <a:r>
                        <a:rPr dirty="0" sz="400" spc="-2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200G,/esdata</a:t>
                      </a:r>
                      <a:r>
                        <a:rPr dirty="0" sz="400" spc="3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 </a:t>
                      </a:r>
                      <a:r>
                        <a:rPr dirty="0" sz="400" spc="-2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800G</a:t>
                      </a:r>
                      <a:endParaRPr sz="400">
                        <a:latin typeface="Trebuchet MS"/>
                        <a:cs typeface="Trebuchet MS"/>
                      </a:endParaRPr>
                    </a:p>
                  </a:txBody>
                  <a:tcPr marL="0" marR="0" marB="0" marT="6350">
                    <a:lnL w="9525">
                      <a:solidFill>
                        <a:srgbClr val="F9F9F5"/>
                      </a:solidFill>
                      <a:prstDash val="solid"/>
                    </a:lnL>
                    <a:lnR w="9525">
                      <a:solidFill>
                        <a:srgbClr val="F9F9F5"/>
                      </a:solidFill>
                      <a:prstDash val="solid"/>
                    </a:lnR>
                    <a:solidFill>
                      <a:srgbClr val="FFFFFF">
                        <a:alpha val="391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55244">
                        <a:lnSpc>
                          <a:spcPct val="100000"/>
                        </a:lnSpc>
                        <a:spcBef>
                          <a:spcPts val="50"/>
                        </a:spcBef>
                      </a:pPr>
                      <a:r>
                        <a:rPr dirty="0" sz="40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Elasticsearch</a:t>
                      </a:r>
                      <a:r>
                        <a:rPr dirty="0" sz="400" spc="-3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 </a:t>
                      </a:r>
                      <a:r>
                        <a:rPr dirty="0" sz="400" spc="-2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7.17</a:t>
                      </a:r>
                      <a:endParaRPr sz="400">
                        <a:latin typeface="Trebuchet MS"/>
                        <a:cs typeface="Trebuchet MS"/>
                      </a:endParaRPr>
                    </a:p>
                  </a:txBody>
                  <a:tcPr marL="0" marR="0" marB="0" marT="6350">
                    <a:lnL w="9525">
                      <a:solidFill>
                        <a:srgbClr val="F9F9F5"/>
                      </a:solidFill>
                      <a:prstDash val="solid"/>
                    </a:lnL>
                    <a:lnR w="9525">
                      <a:solidFill>
                        <a:srgbClr val="F9F9F5"/>
                      </a:solidFill>
                      <a:prstDash val="solid"/>
                    </a:lnR>
                    <a:solidFill>
                      <a:srgbClr val="FFFFFF">
                        <a:alpha val="391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400">
                        <a:latin typeface="Times New Roman"/>
                        <a:cs typeface="Times New Roman"/>
                      </a:endParaRPr>
                    </a:p>
                  </a:txBody>
                  <a:tcPr marL="0" marR="0" marB="0" marT="0">
                    <a:lnL w="9525">
                      <a:solidFill>
                        <a:srgbClr val="F9F9F5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solidFill>
                      <a:srgbClr val="FFFFFF">
                        <a:alpha val="3919"/>
                      </a:srgbClr>
                    </a:solidFill>
                  </a:tcPr>
                </a:tc>
              </a:tr>
              <a:tr h="95250">
                <a:tc>
                  <a:txBody>
                    <a:bodyPr/>
                    <a:lstStyle/>
                    <a:p>
                      <a:pPr marL="51435">
                        <a:lnSpc>
                          <a:spcPct val="100000"/>
                        </a:lnSpc>
                        <a:spcBef>
                          <a:spcPts val="50"/>
                        </a:spcBef>
                      </a:pPr>
                      <a:r>
                        <a:rPr dirty="0" sz="400" spc="-1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pdvra88a0065</a:t>
                      </a:r>
                      <a:endParaRPr sz="400">
                        <a:latin typeface="Trebuchet MS"/>
                        <a:cs typeface="Trebuchet MS"/>
                      </a:endParaRPr>
                    </a:p>
                  </a:txBody>
                  <a:tcPr marL="0" marR="0" marB="0" marT="6350">
                    <a:lnL w="19050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F9F9F5"/>
                      </a:solidFill>
                      <a:prstDash val="solid"/>
                    </a:lnR>
                    <a:solidFill>
                      <a:srgbClr val="000000">
                        <a:alpha val="391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59055">
                        <a:lnSpc>
                          <a:spcPct val="100000"/>
                        </a:lnSpc>
                        <a:spcBef>
                          <a:spcPts val="50"/>
                        </a:spcBef>
                      </a:pPr>
                      <a:r>
                        <a:rPr dirty="0" sz="400" spc="-25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Dev</a:t>
                      </a:r>
                      <a:endParaRPr sz="400">
                        <a:latin typeface="Trebuchet MS"/>
                        <a:cs typeface="Trebuchet MS"/>
                      </a:endParaRPr>
                    </a:p>
                  </a:txBody>
                  <a:tcPr marL="0" marR="0" marB="0" marT="6350">
                    <a:lnL w="9525">
                      <a:solidFill>
                        <a:srgbClr val="F9F9F5"/>
                      </a:solidFill>
                      <a:prstDash val="solid"/>
                    </a:lnL>
                    <a:lnR w="9525">
                      <a:solidFill>
                        <a:srgbClr val="F9F9F5"/>
                      </a:solidFill>
                      <a:prstDash val="solid"/>
                    </a:lnR>
                    <a:solidFill>
                      <a:srgbClr val="000000">
                        <a:alpha val="391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52069">
                        <a:lnSpc>
                          <a:spcPct val="100000"/>
                        </a:lnSpc>
                        <a:spcBef>
                          <a:spcPts val="50"/>
                        </a:spcBef>
                      </a:pPr>
                      <a:r>
                        <a:rPr dirty="0" sz="400" spc="-1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Elastic</a:t>
                      </a:r>
                      <a:r>
                        <a:rPr dirty="0" sz="400" spc="15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 </a:t>
                      </a:r>
                      <a:r>
                        <a:rPr dirty="0" sz="400" spc="-25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Hot</a:t>
                      </a:r>
                      <a:endParaRPr sz="400">
                        <a:latin typeface="Trebuchet MS"/>
                        <a:cs typeface="Trebuchet MS"/>
                      </a:endParaRPr>
                    </a:p>
                  </a:txBody>
                  <a:tcPr marL="0" marR="0" marB="0" marT="6350">
                    <a:lnL w="9525">
                      <a:solidFill>
                        <a:srgbClr val="F9F9F5"/>
                      </a:solidFill>
                      <a:prstDash val="solid"/>
                    </a:lnL>
                    <a:lnR w="9525">
                      <a:solidFill>
                        <a:srgbClr val="F9F9F5"/>
                      </a:solidFill>
                      <a:prstDash val="solid"/>
                    </a:lnR>
                    <a:solidFill>
                      <a:srgbClr val="000000">
                        <a:alpha val="391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54610">
                        <a:lnSpc>
                          <a:spcPct val="100000"/>
                        </a:lnSpc>
                        <a:spcBef>
                          <a:spcPts val="50"/>
                        </a:spcBef>
                      </a:pPr>
                      <a:r>
                        <a:rPr dirty="0" sz="400" spc="-2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8X64</a:t>
                      </a:r>
                      <a:endParaRPr sz="400">
                        <a:latin typeface="Trebuchet MS"/>
                        <a:cs typeface="Trebuchet MS"/>
                      </a:endParaRPr>
                    </a:p>
                  </a:txBody>
                  <a:tcPr marL="0" marR="0" marB="0" marT="6350">
                    <a:lnL w="9525">
                      <a:solidFill>
                        <a:srgbClr val="F9F9F5"/>
                      </a:solidFill>
                      <a:prstDash val="solid"/>
                    </a:lnL>
                    <a:lnR w="9525">
                      <a:solidFill>
                        <a:srgbClr val="F9F9F5"/>
                      </a:solidFill>
                      <a:prstDash val="solid"/>
                    </a:lnR>
                    <a:solidFill>
                      <a:srgbClr val="000000">
                        <a:alpha val="391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57150">
                        <a:lnSpc>
                          <a:spcPct val="100000"/>
                        </a:lnSpc>
                        <a:spcBef>
                          <a:spcPts val="50"/>
                        </a:spcBef>
                      </a:pPr>
                      <a:r>
                        <a:rPr dirty="0" sz="400" spc="-2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St.</a:t>
                      </a:r>
                      <a:r>
                        <a:rPr dirty="0" sz="400" spc="-5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 </a:t>
                      </a:r>
                      <a:r>
                        <a:rPr dirty="0" sz="400" spc="-2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Louis</a:t>
                      </a:r>
                      <a:endParaRPr sz="400">
                        <a:latin typeface="Trebuchet MS"/>
                        <a:cs typeface="Trebuchet MS"/>
                      </a:endParaRPr>
                    </a:p>
                  </a:txBody>
                  <a:tcPr marL="0" marR="0" marB="0" marT="6350">
                    <a:lnL w="9525">
                      <a:solidFill>
                        <a:srgbClr val="F9F9F5"/>
                      </a:solidFill>
                      <a:prstDash val="solid"/>
                    </a:lnL>
                    <a:lnR w="9525">
                      <a:solidFill>
                        <a:srgbClr val="F9F9F5"/>
                      </a:solidFill>
                      <a:prstDash val="solid"/>
                    </a:lnR>
                    <a:solidFill>
                      <a:srgbClr val="000000">
                        <a:alpha val="391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50"/>
                        </a:spcBef>
                      </a:pPr>
                      <a:r>
                        <a:rPr dirty="0" sz="400" spc="-25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UTC</a:t>
                      </a:r>
                      <a:endParaRPr sz="400">
                        <a:latin typeface="Trebuchet MS"/>
                        <a:cs typeface="Trebuchet MS"/>
                      </a:endParaRPr>
                    </a:p>
                  </a:txBody>
                  <a:tcPr marL="0" marR="0" marB="0" marT="6350">
                    <a:lnL w="9525">
                      <a:solidFill>
                        <a:srgbClr val="F9F9F5"/>
                      </a:solidFill>
                      <a:prstDash val="solid"/>
                    </a:lnL>
                    <a:lnR w="9525">
                      <a:solidFill>
                        <a:srgbClr val="F9F9F5"/>
                      </a:solidFill>
                      <a:prstDash val="solid"/>
                    </a:lnR>
                    <a:solidFill>
                      <a:srgbClr val="000000">
                        <a:alpha val="391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53340">
                        <a:lnSpc>
                          <a:spcPct val="100000"/>
                        </a:lnSpc>
                        <a:spcBef>
                          <a:spcPts val="50"/>
                        </a:spcBef>
                      </a:pPr>
                      <a:r>
                        <a:rPr dirty="0" sz="400" spc="-1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pdvral2a0088</a:t>
                      </a:r>
                      <a:endParaRPr sz="400">
                        <a:latin typeface="Trebuchet MS"/>
                        <a:cs typeface="Trebuchet MS"/>
                      </a:endParaRPr>
                    </a:p>
                  </a:txBody>
                  <a:tcPr marL="0" marR="0" marB="0" marT="6350">
                    <a:lnL w="9525">
                      <a:solidFill>
                        <a:srgbClr val="F9F9F5"/>
                      </a:solidFill>
                      <a:prstDash val="solid"/>
                    </a:lnL>
                    <a:lnR w="9525">
                      <a:solidFill>
                        <a:srgbClr val="F9F9F5"/>
                      </a:solidFill>
                      <a:prstDash val="solid"/>
                    </a:lnR>
                    <a:solidFill>
                      <a:srgbClr val="000000">
                        <a:alpha val="391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55880">
                        <a:lnSpc>
                          <a:spcPct val="100000"/>
                        </a:lnSpc>
                        <a:spcBef>
                          <a:spcPts val="50"/>
                        </a:spcBef>
                      </a:pPr>
                      <a:r>
                        <a:rPr dirty="0" sz="400" spc="-1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/apps</a:t>
                      </a:r>
                      <a:r>
                        <a:rPr dirty="0" sz="400" spc="3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 </a:t>
                      </a:r>
                      <a:r>
                        <a:rPr dirty="0" sz="400" spc="-2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200G,/esdata</a:t>
                      </a:r>
                      <a:r>
                        <a:rPr dirty="0" sz="400" spc="3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 </a:t>
                      </a:r>
                      <a:r>
                        <a:rPr dirty="0" sz="400" spc="-2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800G</a:t>
                      </a:r>
                      <a:endParaRPr sz="400">
                        <a:latin typeface="Trebuchet MS"/>
                        <a:cs typeface="Trebuchet MS"/>
                      </a:endParaRPr>
                    </a:p>
                  </a:txBody>
                  <a:tcPr marL="0" marR="0" marB="0" marT="6350">
                    <a:lnL w="9525">
                      <a:solidFill>
                        <a:srgbClr val="F9F9F5"/>
                      </a:solidFill>
                      <a:prstDash val="solid"/>
                    </a:lnL>
                    <a:lnR w="9525">
                      <a:solidFill>
                        <a:srgbClr val="F9F9F5"/>
                      </a:solidFill>
                      <a:prstDash val="solid"/>
                    </a:lnR>
                    <a:solidFill>
                      <a:srgbClr val="000000">
                        <a:alpha val="391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55244">
                        <a:lnSpc>
                          <a:spcPct val="100000"/>
                        </a:lnSpc>
                        <a:spcBef>
                          <a:spcPts val="50"/>
                        </a:spcBef>
                      </a:pPr>
                      <a:r>
                        <a:rPr dirty="0" sz="400" spc="-1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Elasticsearch</a:t>
                      </a:r>
                      <a:r>
                        <a:rPr dirty="0" sz="400" spc="85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 </a:t>
                      </a:r>
                      <a:r>
                        <a:rPr dirty="0" sz="400" spc="-2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7.17</a:t>
                      </a:r>
                      <a:endParaRPr sz="400">
                        <a:latin typeface="Trebuchet MS"/>
                        <a:cs typeface="Trebuchet MS"/>
                      </a:endParaRPr>
                    </a:p>
                  </a:txBody>
                  <a:tcPr marL="0" marR="0" marB="0" marT="6350">
                    <a:lnL w="9525">
                      <a:solidFill>
                        <a:srgbClr val="F9F9F5"/>
                      </a:solidFill>
                      <a:prstDash val="solid"/>
                    </a:lnL>
                    <a:lnR w="9525">
                      <a:solidFill>
                        <a:srgbClr val="F9F9F5"/>
                      </a:solidFill>
                      <a:prstDash val="solid"/>
                    </a:lnR>
                    <a:solidFill>
                      <a:srgbClr val="000000">
                        <a:alpha val="391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400">
                        <a:latin typeface="Times New Roman"/>
                        <a:cs typeface="Times New Roman"/>
                      </a:endParaRPr>
                    </a:p>
                  </a:txBody>
                  <a:tcPr marL="0" marR="0" marB="0" marT="0">
                    <a:lnL w="9525">
                      <a:solidFill>
                        <a:srgbClr val="F9F9F5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solidFill>
                      <a:srgbClr val="000000">
                        <a:alpha val="3919"/>
                      </a:srgbClr>
                    </a:solidFill>
                  </a:tcPr>
                </a:tc>
              </a:tr>
              <a:tr h="85725">
                <a:tc>
                  <a:txBody>
                    <a:bodyPr/>
                    <a:lstStyle/>
                    <a:p>
                      <a:pPr marL="51435">
                        <a:lnSpc>
                          <a:spcPct val="100000"/>
                        </a:lnSpc>
                        <a:spcBef>
                          <a:spcPts val="50"/>
                        </a:spcBef>
                      </a:pPr>
                      <a:r>
                        <a:rPr dirty="0" sz="400" spc="-1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pdvra89a0065</a:t>
                      </a:r>
                      <a:endParaRPr sz="400">
                        <a:latin typeface="Trebuchet MS"/>
                        <a:cs typeface="Trebuchet MS"/>
                      </a:endParaRPr>
                    </a:p>
                  </a:txBody>
                  <a:tcPr marL="0" marR="0" marB="0" marT="6350">
                    <a:lnL w="19050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F9F9F5"/>
                      </a:solidFill>
                      <a:prstDash val="solid"/>
                    </a:lnR>
                    <a:solidFill>
                      <a:srgbClr val="FFFFFF">
                        <a:alpha val="391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59055">
                        <a:lnSpc>
                          <a:spcPct val="100000"/>
                        </a:lnSpc>
                        <a:spcBef>
                          <a:spcPts val="50"/>
                        </a:spcBef>
                      </a:pPr>
                      <a:r>
                        <a:rPr dirty="0" sz="400" spc="-25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Dev</a:t>
                      </a:r>
                      <a:endParaRPr sz="400">
                        <a:latin typeface="Trebuchet MS"/>
                        <a:cs typeface="Trebuchet MS"/>
                      </a:endParaRPr>
                    </a:p>
                  </a:txBody>
                  <a:tcPr marL="0" marR="0" marB="0" marT="6350">
                    <a:lnL w="9525">
                      <a:solidFill>
                        <a:srgbClr val="F9F9F5"/>
                      </a:solidFill>
                      <a:prstDash val="solid"/>
                    </a:lnL>
                    <a:lnR w="9525">
                      <a:solidFill>
                        <a:srgbClr val="F9F9F5"/>
                      </a:solidFill>
                      <a:prstDash val="solid"/>
                    </a:lnR>
                    <a:solidFill>
                      <a:srgbClr val="FFFFFF">
                        <a:alpha val="391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52069">
                        <a:lnSpc>
                          <a:spcPct val="100000"/>
                        </a:lnSpc>
                        <a:spcBef>
                          <a:spcPts val="50"/>
                        </a:spcBef>
                      </a:pPr>
                      <a:r>
                        <a:rPr dirty="0" sz="400" spc="-1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Elastic</a:t>
                      </a:r>
                      <a:r>
                        <a:rPr dirty="0" sz="400" spc="15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 </a:t>
                      </a:r>
                      <a:r>
                        <a:rPr dirty="0" sz="400" spc="-25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Hot</a:t>
                      </a:r>
                      <a:endParaRPr sz="400">
                        <a:latin typeface="Trebuchet MS"/>
                        <a:cs typeface="Trebuchet MS"/>
                      </a:endParaRPr>
                    </a:p>
                  </a:txBody>
                  <a:tcPr marL="0" marR="0" marB="0" marT="6350">
                    <a:lnL w="9525">
                      <a:solidFill>
                        <a:srgbClr val="F9F9F5"/>
                      </a:solidFill>
                      <a:prstDash val="solid"/>
                    </a:lnL>
                    <a:lnR w="9525">
                      <a:solidFill>
                        <a:srgbClr val="F9F9F5"/>
                      </a:solidFill>
                      <a:prstDash val="solid"/>
                    </a:lnR>
                    <a:solidFill>
                      <a:srgbClr val="FFFFFF">
                        <a:alpha val="391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54610">
                        <a:lnSpc>
                          <a:spcPct val="100000"/>
                        </a:lnSpc>
                        <a:spcBef>
                          <a:spcPts val="50"/>
                        </a:spcBef>
                      </a:pPr>
                      <a:r>
                        <a:rPr dirty="0" sz="400" spc="-2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8X64</a:t>
                      </a:r>
                      <a:endParaRPr sz="400">
                        <a:latin typeface="Trebuchet MS"/>
                        <a:cs typeface="Trebuchet MS"/>
                      </a:endParaRPr>
                    </a:p>
                  </a:txBody>
                  <a:tcPr marL="0" marR="0" marB="0" marT="6350">
                    <a:lnL w="9525">
                      <a:solidFill>
                        <a:srgbClr val="F9F9F5"/>
                      </a:solidFill>
                      <a:prstDash val="solid"/>
                    </a:lnL>
                    <a:lnR w="9525">
                      <a:solidFill>
                        <a:srgbClr val="F9F9F5"/>
                      </a:solidFill>
                      <a:prstDash val="solid"/>
                    </a:lnR>
                    <a:solidFill>
                      <a:srgbClr val="FFFFFF">
                        <a:alpha val="391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57150">
                        <a:lnSpc>
                          <a:spcPct val="100000"/>
                        </a:lnSpc>
                        <a:spcBef>
                          <a:spcPts val="50"/>
                        </a:spcBef>
                      </a:pPr>
                      <a:r>
                        <a:rPr dirty="0" sz="400" spc="-2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St.</a:t>
                      </a:r>
                      <a:r>
                        <a:rPr dirty="0" sz="400" spc="-5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 </a:t>
                      </a:r>
                      <a:r>
                        <a:rPr dirty="0" sz="400" spc="-2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Louis</a:t>
                      </a:r>
                      <a:endParaRPr sz="400">
                        <a:latin typeface="Trebuchet MS"/>
                        <a:cs typeface="Trebuchet MS"/>
                      </a:endParaRPr>
                    </a:p>
                  </a:txBody>
                  <a:tcPr marL="0" marR="0" marB="0" marT="6350">
                    <a:lnL w="9525">
                      <a:solidFill>
                        <a:srgbClr val="F9F9F5"/>
                      </a:solidFill>
                      <a:prstDash val="solid"/>
                    </a:lnL>
                    <a:lnR w="9525">
                      <a:solidFill>
                        <a:srgbClr val="F9F9F5"/>
                      </a:solidFill>
                      <a:prstDash val="solid"/>
                    </a:lnR>
                    <a:solidFill>
                      <a:srgbClr val="FFFFFF">
                        <a:alpha val="391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50"/>
                        </a:spcBef>
                      </a:pPr>
                      <a:r>
                        <a:rPr dirty="0" sz="400" spc="-25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UTC</a:t>
                      </a:r>
                      <a:endParaRPr sz="400">
                        <a:latin typeface="Trebuchet MS"/>
                        <a:cs typeface="Trebuchet MS"/>
                      </a:endParaRPr>
                    </a:p>
                  </a:txBody>
                  <a:tcPr marL="0" marR="0" marB="0" marT="6350">
                    <a:lnL w="9525">
                      <a:solidFill>
                        <a:srgbClr val="F9F9F5"/>
                      </a:solidFill>
                      <a:prstDash val="solid"/>
                    </a:lnL>
                    <a:lnR w="9525">
                      <a:solidFill>
                        <a:srgbClr val="F9F9F5"/>
                      </a:solidFill>
                      <a:prstDash val="solid"/>
                    </a:lnR>
                    <a:solidFill>
                      <a:srgbClr val="FFFFFF">
                        <a:alpha val="391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53340">
                        <a:lnSpc>
                          <a:spcPct val="100000"/>
                        </a:lnSpc>
                        <a:spcBef>
                          <a:spcPts val="50"/>
                        </a:spcBef>
                      </a:pPr>
                      <a:r>
                        <a:rPr dirty="0" sz="400" spc="-1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pdvral3a0088</a:t>
                      </a:r>
                      <a:endParaRPr sz="400">
                        <a:latin typeface="Trebuchet MS"/>
                        <a:cs typeface="Trebuchet MS"/>
                      </a:endParaRPr>
                    </a:p>
                  </a:txBody>
                  <a:tcPr marL="0" marR="0" marB="0" marT="6350">
                    <a:lnL w="9525">
                      <a:solidFill>
                        <a:srgbClr val="F9F9F5"/>
                      </a:solidFill>
                      <a:prstDash val="solid"/>
                    </a:lnL>
                    <a:lnR w="9525">
                      <a:solidFill>
                        <a:srgbClr val="F9F9F5"/>
                      </a:solidFill>
                      <a:prstDash val="solid"/>
                    </a:lnR>
                    <a:solidFill>
                      <a:srgbClr val="FFFFFF">
                        <a:alpha val="391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55880">
                        <a:lnSpc>
                          <a:spcPct val="100000"/>
                        </a:lnSpc>
                        <a:spcBef>
                          <a:spcPts val="50"/>
                        </a:spcBef>
                      </a:pPr>
                      <a:r>
                        <a:rPr dirty="0" sz="400" spc="-1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/apps</a:t>
                      </a:r>
                      <a:r>
                        <a:rPr dirty="0" sz="400" spc="3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 </a:t>
                      </a:r>
                      <a:r>
                        <a:rPr dirty="0" sz="400" spc="-2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200G,/esdata</a:t>
                      </a:r>
                      <a:r>
                        <a:rPr dirty="0" sz="400" spc="3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 </a:t>
                      </a:r>
                      <a:r>
                        <a:rPr dirty="0" sz="400" spc="-2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800G</a:t>
                      </a:r>
                      <a:endParaRPr sz="400">
                        <a:latin typeface="Trebuchet MS"/>
                        <a:cs typeface="Trebuchet MS"/>
                      </a:endParaRPr>
                    </a:p>
                  </a:txBody>
                  <a:tcPr marL="0" marR="0" marB="0" marT="6350">
                    <a:lnL w="9525">
                      <a:solidFill>
                        <a:srgbClr val="F9F9F5"/>
                      </a:solidFill>
                      <a:prstDash val="solid"/>
                    </a:lnL>
                    <a:lnR w="9525">
                      <a:solidFill>
                        <a:srgbClr val="F9F9F5"/>
                      </a:solidFill>
                      <a:prstDash val="solid"/>
                    </a:lnR>
                    <a:solidFill>
                      <a:srgbClr val="FFFFFF">
                        <a:alpha val="391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55244">
                        <a:lnSpc>
                          <a:spcPct val="100000"/>
                        </a:lnSpc>
                        <a:spcBef>
                          <a:spcPts val="50"/>
                        </a:spcBef>
                      </a:pPr>
                      <a:r>
                        <a:rPr dirty="0" sz="40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Elasticsearch</a:t>
                      </a:r>
                      <a:r>
                        <a:rPr dirty="0" sz="400" spc="-3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 </a:t>
                      </a:r>
                      <a:r>
                        <a:rPr dirty="0" sz="400" spc="-2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7.17</a:t>
                      </a:r>
                      <a:endParaRPr sz="400">
                        <a:latin typeface="Trebuchet MS"/>
                        <a:cs typeface="Trebuchet MS"/>
                      </a:endParaRPr>
                    </a:p>
                  </a:txBody>
                  <a:tcPr marL="0" marR="0" marB="0" marT="6350">
                    <a:lnL w="9525">
                      <a:solidFill>
                        <a:srgbClr val="F9F9F5"/>
                      </a:solidFill>
                      <a:prstDash val="solid"/>
                    </a:lnL>
                    <a:lnR w="9525">
                      <a:solidFill>
                        <a:srgbClr val="F9F9F5"/>
                      </a:solidFill>
                      <a:prstDash val="solid"/>
                    </a:lnR>
                    <a:solidFill>
                      <a:srgbClr val="FFFFFF">
                        <a:alpha val="391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400">
                        <a:latin typeface="Times New Roman"/>
                        <a:cs typeface="Times New Roman"/>
                      </a:endParaRPr>
                    </a:p>
                  </a:txBody>
                  <a:tcPr marL="0" marR="0" marB="0" marT="0">
                    <a:lnL w="9525">
                      <a:solidFill>
                        <a:srgbClr val="F9F9F5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solidFill>
                      <a:srgbClr val="FFFFFF">
                        <a:alpha val="3919"/>
                      </a:srgbClr>
                    </a:solidFill>
                  </a:tcPr>
                </a:tc>
              </a:tr>
              <a:tr h="85725">
                <a:tc>
                  <a:txBody>
                    <a:bodyPr/>
                    <a:lstStyle/>
                    <a:p>
                      <a:pPr marL="51435">
                        <a:lnSpc>
                          <a:spcPct val="100000"/>
                        </a:lnSpc>
                        <a:spcBef>
                          <a:spcPts val="50"/>
                        </a:spcBef>
                      </a:pPr>
                      <a:r>
                        <a:rPr dirty="0" sz="400" spc="-1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pdvra90a0065</a:t>
                      </a:r>
                      <a:endParaRPr sz="400">
                        <a:latin typeface="Trebuchet MS"/>
                        <a:cs typeface="Trebuchet MS"/>
                      </a:endParaRPr>
                    </a:p>
                  </a:txBody>
                  <a:tcPr marL="0" marR="0" marB="0" marT="6350">
                    <a:lnL w="19050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F9F9F5"/>
                      </a:solidFill>
                      <a:prstDash val="solid"/>
                    </a:lnR>
                    <a:solidFill>
                      <a:srgbClr val="000000">
                        <a:alpha val="391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59055">
                        <a:lnSpc>
                          <a:spcPct val="100000"/>
                        </a:lnSpc>
                        <a:spcBef>
                          <a:spcPts val="50"/>
                        </a:spcBef>
                      </a:pPr>
                      <a:r>
                        <a:rPr dirty="0" sz="400" spc="-25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Dev</a:t>
                      </a:r>
                      <a:endParaRPr sz="400">
                        <a:latin typeface="Trebuchet MS"/>
                        <a:cs typeface="Trebuchet MS"/>
                      </a:endParaRPr>
                    </a:p>
                  </a:txBody>
                  <a:tcPr marL="0" marR="0" marB="0" marT="6350">
                    <a:lnL w="9525">
                      <a:solidFill>
                        <a:srgbClr val="F9F9F5"/>
                      </a:solidFill>
                      <a:prstDash val="solid"/>
                    </a:lnL>
                    <a:lnR w="9525">
                      <a:solidFill>
                        <a:srgbClr val="F9F9F5"/>
                      </a:solidFill>
                      <a:prstDash val="solid"/>
                    </a:lnR>
                    <a:solidFill>
                      <a:srgbClr val="000000">
                        <a:alpha val="391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52069">
                        <a:lnSpc>
                          <a:spcPct val="100000"/>
                        </a:lnSpc>
                        <a:spcBef>
                          <a:spcPts val="50"/>
                        </a:spcBef>
                      </a:pPr>
                      <a:r>
                        <a:rPr dirty="0" sz="400" spc="-1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Elastic</a:t>
                      </a:r>
                      <a:r>
                        <a:rPr dirty="0" sz="400" spc="15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 </a:t>
                      </a:r>
                      <a:r>
                        <a:rPr dirty="0" sz="400" spc="-25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Hot</a:t>
                      </a:r>
                      <a:endParaRPr sz="400">
                        <a:latin typeface="Trebuchet MS"/>
                        <a:cs typeface="Trebuchet MS"/>
                      </a:endParaRPr>
                    </a:p>
                  </a:txBody>
                  <a:tcPr marL="0" marR="0" marB="0" marT="6350">
                    <a:lnL w="9525">
                      <a:solidFill>
                        <a:srgbClr val="F9F9F5"/>
                      </a:solidFill>
                      <a:prstDash val="solid"/>
                    </a:lnL>
                    <a:lnR w="9525">
                      <a:solidFill>
                        <a:srgbClr val="F9F9F5"/>
                      </a:solidFill>
                      <a:prstDash val="solid"/>
                    </a:lnR>
                    <a:solidFill>
                      <a:srgbClr val="000000">
                        <a:alpha val="391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54610">
                        <a:lnSpc>
                          <a:spcPct val="100000"/>
                        </a:lnSpc>
                        <a:spcBef>
                          <a:spcPts val="50"/>
                        </a:spcBef>
                      </a:pPr>
                      <a:r>
                        <a:rPr dirty="0" sz="400" spc="-2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8X64</a:t>
                      </a:r>
                      <a:endParaRPr sz="400">
                        <a:latin typeface="Trebuchet MS"/>
                        <a:cs typeface="Trebuchet MS"/>
                      </a:endParaRPr>
                    </a:p>
                  </a:txBody>
                  <a:tcPr marL="0" marR="0" marB="0" marT="6350">
                    <a:lnL w="9525">
                      <a:solidFill>
                        <a:srgbClr val="F9F9F5"/>
                      </a:solidFill>
                      <a:prstDash val="solid"/>
                    </a:lnL>
                    <a:lnR w="9525">
                      <a:solidFill>
                        <a:srgbClr val="F9F9F5"/>
                      </a:solidFill>
                      <a:prstDash val="solid"/>
                    </a:lnR>
                    <a:solidFill>
                      <a:srgbClr val="000000">
                        <a:alpha val="391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57150">
                        <a:lnSpc>
                          <a:spcPct val="100000"/>
                        </a:lnSpc>
                        <a:spcBef>
                          <a:spcPts val="50"/>
                        </a:spcBef>
                      </a:pPr>
                      <a:r>
                        <a:rPr dirty="0" sz="400" spc="-2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St.</a:t>
                      </a:r>
                      <a:r>
                        <a:rPr dirty="0" sz="400" spc="-5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 </a:t>
                      </a:r>
                      <a:r>
                        <a:rPr dirty="0" sz="400" spc="-2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Louis</a:t>
                      </a:r>
                      <a:endParaRPr sz="400">
                        <a:latin typeface="Trebuchet MS"/>
                        <a:cs typeface="Trebuchet MS"/>
                      </a:endParaRPr>
                    </a:p>
                  </a:txBody>
                  <a:tcPr marL="0" marR="0" marB="0" marT="6350">
                    <a:lnL w="9525">
                      <a:solidFill>
                        <a:srgbClr val="F9F9F5"/>
                      </a:solidFill>
                      <a:prstDash val="solid"/>
                    </a:lnL>
                    <a:lnR w="9525">
                      <a:solidFill>
                        <a:srgbClr val="F9F9F5"/>
                      </a:solidFill>
                      <a:prstDash val="solid"/>
                    </a:lnR>
                    <a:solidFill>
                      <a:srgbClr val="000000">
                        <a:alpha val="391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50"/>
                        </a:spcBef>
                      </a:pPr>
                      <a:r>
                        <a:rPr dirty="0" sz="400" spc="-25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UTC</a:t>
                      </a:r>
                      <a:endParaRPr sz="400">
                        <a:latin typeface="Trebuchet MS"/>
                        <a:cs typeface="Trebuchet MS"/>
                      </a:endParaRPr>
                    </a:p>
                  </a:txBody>
                  <a:tcPr marL="0" marR="0" marB="0" marT="6350">
                    <a:lnL w="9525">
                      <a:solidFill>
                        <a:srgbClr val="F9F9F5"/>
                      </a:solidFill>
                      <a:prstDash val="solid"/>
                    </a:lnL>
                    <a:lnR w="9525">
                      <a:solidFill>
                        <a:srgbClr val="F9F9F5"/>
                      </a:solidFill>
                      <a:prstDash val="solid"/>
                    </a:lnR>
                    <a:solidFill>
                      <a:srgbClr val="000000">
                        <a:alpha val="391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53340">
                        <a:lnSpc>
                          <a:spcPct val="100000"/>
                        </a:lnSpc>
                        <a:spcBef>
                          <a:spcPts val="50"/>
                        </a:spcBef>
                      </a:pPr>
                      <a:r>
                        <a:rPr dirty="0" sz="400" spc="-1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pdvra14a0088</a:t>
                      </a:r>
                      <a:endParaRPr sz="400">
                        <a:latin typeface="Trebuchet MS"/>
                        <a:cs typeface="Trebuchet MS"/>
                      </a:endParaRPr>
                    </a:p>
                  </a:txBody>
                  <a:tcPr marL="0" marR="0" marB="0" marT="6350">
                    <a:lnL w="9525">
                      <a:solidFill>
                        <a:srgbClr val="F9F9F5"/>
                      </a:solidFill>
                      <a:prstDash val="solid"/>
                    </a:lnL>
                    <a:lnR w="9525">
                      <a:solidFill>
                        <a:srgbClr val="F9F9F5"/>
                      </a:solidFill>
                      <a:prstDash val="solid"/>
                    </a:lnR>
                    <a:solidFill>
                      <a:srgbClr val="000000">
                        <a:alpha val="391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55880">
                        <a:lnSpc>
                          <a:spcPct val="100000"/>
                        </a:lnSpc>
                        <a:spcBef>
                          <a:spcPts val="50"/>
                        </a:spcBef>
                      </a:pPr>
                      <a:r>
                        <a:rPr dirty="0" sz="400" spc="-1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/apps</a:t>
                      </a:r>
                      <a:r>
                        <a:rPr dirty="0" sz="400" spc="3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 </a:t>
                      </a:r>
                      <a:r>
                        <a:rPr dirty="0" sz="400" spc="-2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200G,/esdata</a:t>
                      </a:r>
                      <a:r>
                        <a:rPr dirty="0" sz="400" spc="3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 </a:t>
                      </a:r>
                      <a:r>
                        <a:rPr dirty="0" sz="400" spc="-2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800G</a:t>
                      </a:r>
                      <a:endParaRPr sz="400">
                        <a:latin typeface="Trebuchet MS"/>
                        <a:cs typeface="Trebuchet MS"/>
                      </a:endParaRPr>
                    </a:p>
                  </a:txBody>
                  <a:tcPr marL="0" marR="0" marB="0" marT="6350">
                    <a:lnL w="9525">
                      <a:solidFill>
                        <a:srgbClr val="F9F9F5"/>
                      </a:solidFill>
                      <a:prstDash val="solid"/>
                    </a:lnL>
                    <a:lnR w="9525">
                      <a:solidFill>
                        <a:srgbClr val="F9F9F5"/>
                      </a:solidFill>
                      <a:prstDash val="solid"/>
                    </a:lnR>
                    <a:solidFill>
                      <a:srgbClr val="000000">
                        <a:alpha val="391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55244">
                        <a:lnSpc>
                          <a:spcPct val="100000"/>
                        </a:lnSpc>
                        <a:spcBef>
                          <a:spcPts val="50"/>
                        </a:spcBef>
                      </a:pPr>
                      <a:r>
                        <a:rPr dirty="0" sz="400" spc="-1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Elasticsearch</a:t>
                      </a:r>
                      <a:r>
                        <a:rPr dirty="0" sz="400" spc="85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 </a:t>
                      </a:r>
                      <a:r>
                        <a:rPr dirty="0" sz="400" spc="-2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7.17</a:t>
                      </a:r>
                      <a:endParaRPr sz="400">
                        <a:latin typeface="Trebuchet MS"/>
                        <a:cs typeface="Trebuchet MS"/>
                      </a:endParaRPr>
                    </a:p>
                  </a:txBody>
                  <a:tcPr marL="0" marR="0" marB="0" marT="6350">
                    <a:lnL w="9525">
                      <a:solidFill>
                        <a:srgbClr val="F9F9F5"/>
                      </a:solidFill>
                      <a:prstDash val="solid"/>
                    </a:lnL>
                    <a:lnR w="9525">
                      <a:solidFill>
                        <a:srgbClr val="F9F9F5"/>
                      </a:solidFill>
                      <a:prstDash val="solid"/>
                    </a:lnR>
                    <a:solidFill>
                      <a:srgbClr val="000000">
                        <a:alpha val="391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400">
                        <a:latin typeface="Times New Roman"/>
                        <a:cs typeface="Times New Roman"/>
                      </a:endParaRPr>
                    </a:p>
                  </a:txBody>
                  <a:tcPr marL="0" marR="0" marB="0" marT="0">
                    <a:lnL w="9525">
                      <a:solidFill>
                        <a:srgbClr val="F9F9F5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solidFill>
                      <a:srgbClr val="000000">
                        <a:alpha val="3919"/>
                      </a:srgbClr>
                    </a:solidFill>
                  </a:tcPr>
                </a:tc>
              </a:tr>
              <a:tr h="95250">
                <a:tc>
                  <a:txBody>
                    <a:bodyPr/>
                    <a:lstStyle/>
                    <a:p>
                      <a:pPr marL="51435">
                        <a:lnSpc>
                          <a:spcPct val="100000"/>
                        </a:lnSpc>
                        <a:spcBef>
                          <a:spcPts val="50"/>
                        </a:spcBef>
                      </a:pPr>
                      <a:r>
                        <a:rPr dirty="0" sz="400" spc="-1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pdvra97a0065</a:t>
                      </a:r>
                      <a:endParaRPr sz="400">
                        <a:latin typeface="Trebuchet MS"/>
                        <a:cs typeface="Trebuchet MS"/>
                      </a:endParaRPr>
                    </a:p>
                  </a:txBody>
                  <a:tcPr marL="0" marR="0" marB="0" marT="6350">
                    <a:lnL w="19050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F9F9F5"/>
                      </a:solidFill>
                      <a:prstDash val="solid"/>
                    </a:lnR>
                    <a:solidFill>
                      <a:srgbClr val="FFFFFF">
                        <a:alpha val="391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59055">
                        <a:lnSpc>
                          <a:spcPct val="100000"/>
                        </a:lnSpc>
                        <a:spcBef>
                          <a:spcPts val="50"/>
                        </a:spcBef>
                      </a:pPr>
                      <a:r>
                        <a:rPr dirty="0" sz="400" spc="-25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Dev</a:t>
                      </a:r>
                      <a:endParaRPr sz="400">
                        <a:latin typeface="Trebuchet MS"/>
                        <a:cs typeface="Trebuchet MS"/>
                      </a:endParaRPr>
                    </a:p>
                  </a:txBody>
                  <a:tcPr marL="0" marR="0" marB="0" marT="6350">
                    <a:lnL w="9525">
                      <a:solidFill>
                        <a:srgbClr val="F9F9F5"/>
                      </a:solidFill>
                      <a:prstDash val="solid"/>
                    </a:lnL>
                    <a:lnR w="9525">
                      <a:solidFill>
                        <a:srgbClr val="F9F9F5"/>
                      </a:solidFill>
                      <a:prstDash val="solid"/>
                    </a:lnR>
                    <a:solidFill>
                      <a:srgbClr val="FFFFFF">
                        <a:alpha val="391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52069">
                        <a:lnSpc>
                          <a:spcPct val="100000"/>
                        </a:lnSpc>
                        <a:spcBef>
                          <a:spcPts val="50"/>
                        </a:spcBef>
                      </a:pPr>
                      <a:r>
                        <a:rPr dirty="0" sz="400" spc="-1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Kibana</a:t>
                      </a:r>
                      <a:endParaRPr sz="400">
                        <a:latin typeface="Trebuchet MS"/>
                        <a:cs typeface="Trebuchet MS"/>
                      </a:endParaRPr>
                    </a:p>
                  </a:txBody>
                  <a:tcPr marL="0" marR="0" marB="0" marT="6350">
                    <a:lnL w="9525">
                      <a:solidFill>
                        <a:srgbClr val="F9F9F5"/>
                      </a:solidFill>
                      <a:prstDash val="solid"/>
                    </a:lnL>
                    <a:lnR w="9525">
                      <a:solidFill>
                        <a:srgbClr val="F9F9F5"/>
                      </a:solidFill>
                      <a:prstDash val="solid"/>
                    </a:lnR>
                    <a:solidFill>
                      <a:srgbClr val="FFFFFF">
                        <a:alpha val="391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54610">
                        <a:lnSpc>
                          <a:spcPct val="100000"/>
                        </a:lnSpc>
                        <a:spcBef>
                          <a:spcPts val="50"/>
                        </a:spcBef>
                      </a:pPr>
                      <a:r>
                        <a:rPr dirty="0" sz="400" spc="-2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8X32</a:t>
                      </a:r>
                      <a:endParaRPr sz="400">
                        <a:latin typeface="Trebuchet MS"/>
                        <a:cs typeface="Trebuchet MS"/>
                      </a:endParaRPr>
                    </a:p>
                  </a:txBody>
                  <a:tcPr marL="0" marR="0" marB="0" marT="6350">
                    <a:lnL w="9525">
                      <a:solidFill>
                        <a:srgbClr val="F9F9F5"/>
                      </a:solidFill>
                      <a:prstDash val="solid"/>
                    </a:lnL>
                    <a:lnR w="9525">
                      <a:solidFill>
                        <a:srgbClr val="F9F9F5"/>
                      </a:solidFill>
                      <a:prstDash val="solid"/>
                    </a:lnR>
                    <a:solidFill>
                      <a:srgbClr val="FFFFFF">
                        <a:alpha val="391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57150">
                        <a:lnSpc>
                          <a:spcPct val="100000"/>
                        </a:lnSpc>
                        <a:spcBef>
                          <a:spcPts val="50"/>
                        </a:spcBef>
                      </a:pPr>
                      <a:r>
                        <a:rPr dirty="0" sz="400" spc="-2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St.</a:t>
                      </a:r>
                      <a:r>
                        <a:rPr dirty="0" sz="400" spc="-5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 </a:t>
                      </a:r>
                      <a:r>
                        <a:rPr dirty="0" sz="400" spc="-2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Louis</a:t>
                      </a:r>
                      <a:endParaRPr sz="400">
                        <a:latin typeface="Trebuchet MS"/>
                        <a:cs typeface="Trebuchet MS"/>
                      </a:endParaRPr>
                    </a:p>
                  </a:txBody>
                  <a:tcPr marL="0" marR="0" marB="0" marT="6350">
                    <a:lnL w="9525">
                      <a:solidFill>
                        <a:srgbClr val="F9F9F5"/>
                      </a:solidFill>
                      <a:prstDash val="solid"/>
                    </a:lnL>
                    <a:lnR w="9525">
                      <a:solidFill>
                        <a:srgbClr val="F9F9F5"/>
                      </a:solidFill>
                      <a:prstDash val="solid"/>
                    </a:lnR>
                    <a:solidFill>
                      <a:srgbClr val="FFFFFF">
                        <a:alpha val="391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50"/>
                        </a:spcBef>
                      </a:pPr>
                      <a:r>
                        <a:rPr dirty="0" sz="400" spc="-25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UTC</a:t>
                      </a:r>
                      <a:endParaRPr sz="400">
                        <a:latin typeface="Trebuchet MS"/>
                        <a:cs typeface="Trebuchet MS"/>
                      </a:endParaRPr>
                    </a:p>
                  </a:txBody>
                  <a:tcPr marL="0" marR="0" marB="0" marT="6350">
                    <a:lnL w="9525">
                      <a:solidFill>
                        <a:srgbClr val="F9F9F5"/>
                      </a:solidFill>
                      <a:prstDash val="solid"/>
                    </a:lnL>
                    <a:lnR w="9525">
                      <a:solidFill>
                        <a:srgbClr val="F9F9F5"/>
                      </a:solidFill>
                      <a:prstDash val="solid"/>
                    </a:lnR>
                    <a:solidFill>
                      <a:srgbClr val="FFFFFF">
                        <a:alpha val="391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53340">
                        <a:lnSpc>
                          <a:spcPct val="100000"/>
                        </a:lnSpc>
                        <a:spcBef>
                          <a:spcPts val="50"/>
                        </a:spcBef>
                      </a:pPr>
                      <a:r>
                        <a:rPr dirty="0" sz="400" spc="-1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pdvra61a0088</a:t>
                      </a:r>
                      <a:endParaRPr sz="400">
                        <a:latin typeface="Trebuchet MS"/>
                        <a:cs typeface="Trebuchet MS"/>
                      </a:endParaRPr>
                    </a:p>
                  </a:txBody>
                  <a:tcPr marL="0" marR="0" marB="0" marT="6350">
                    <a:lnL w="9525">
                      <a:solidFill>
                        <a:srgbClr val="F9F9F5"/>
                      </a:solidFill>
                      <a:prstDash val="solid"/>
                    </a:lnL>
                    <a:lnR w="9525">
                      <a:solidFill>
                        <a:srgbClr val="F9F9F5"/>
                      </a:solidFill>
                      <a:prstDash val="solid"/>
                    </a:lnR>
                    <a:solidFill>
                      <a:srgbClr val="FFFFFF">
                        <a:alpha val="391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55880">
                        <a:lnSpc>
                          <a:spcPct val="100000"/>
                        </a:lnSpc>
                        <a:spcBef>
                          <a:spcPts val="50"/>
                        </a:spcBef>
                      </a:pPr>
                      <a:r>
                        <a:rPr dirty="0" sz="400" spc="-1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/apps</a:t>
                      </a:r>
                      <a:r>
                        <a:rPr dirty="0" sz="400" spc="3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 </a:t>
                      </a:r>
                      <a:r>
                        <a:rPr dirty="0" sz="400" spc="-2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200G,/apps</a:t>
                      </a:r>
                      <a:r>
                        <a:rPr dirty="0" sz="400" spc="3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 </a:t>
                      </a:r>
                      <a:r>
                        <a:rPr dirty="0" sz="400" spc="-2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200G</a:t>
                      </a:r>
                      <a:endParaRPr sz="400">
                        <a:latin typeface="Trebuchet MS"/>
                        <a:cs typeface="Trebuchet MS"/>
                      </a:endParaRPr>
                    </a:p>
                  </a:txBody>
                  <a:tcPr marL="0" marR="0" marB="0" marT="6350">
                    <a:lnL w="9525">
                      <a:solidFill>
                        <a:srgbClr val="F9F9F5"/>
                      </a:solidFill>
                      <a:prstDash val="solid"/>
                    </a:lnL>
                    <a:lnR w="9525">
                      <a:solidFill>
                        <a:srgbClr val="F9F9F5"/>
                      </a:solidFill>
                      <a:prstDash val="solid"/>
                    </a:lnR>
                    <a:solidFill>
                      <a:srgbClr val="FFFFFF">
                        <a:alpha val="391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55244">
                        <a:lnSpc>
                          <a:spcPct val="100000"/>
                        </a:lnSpc>
                        <a:spcBef>
                          <a:spcPts val="50"/>
                        </a:spcBef>
                      </a:pPr>
                      <a:r>
                        <a:rPr dirty="0" sz="400" spc="-1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Elasticsearch</a:t>
                      </a:r>
                      <a:r>
                        <a:rPr dirty="0" sz="400" spc="55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 </a:t>
                      </a:r>
                      <a:r>
                        <a:rPr dirty="0" sz="400" spc="-1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Kibana</a:t>
                      </a:r>
                      <a:r>
                        <a:rPr dirty="0" sz="400" spc="55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 </a:t>
                      </a:r>
                      <a:r>
                        <a:rPr dirty="0" sz="400" spc="-1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Instance</a:t>
                      </a:r>
                      <a:endParaRPr sz="400">
                        <a:latin typeface="Trebuchet MS"/>
                        <a:cs typeface="Trebuchet MS"/>
                      </a:endParaRPr>
                    </a:p>
                  </a:txBody>
                  <a:tcPr marL="0" marR="0" marB="0" marT="6350">
                    <a:lnL w="9525">
                      <a:solidFill>
                        <a:srgbClr val="F9F9F5"/>
                      </a:solidFill>
                      <a:prstDash val="solid"/>
                    </a:lnL>
                    <a:lnR w="9525">
                      <a:solidFill>
                        <a:srgbClr val="F9F9F5"/>
                      </a:solidFill>
                      <a:prstDash val="solid"/>
                    </a:lnR>
                    <a:solidFill>
                      <a:srgbClr val="FFFFFF">
                        <a:alpha val="391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400">
                        <a:latin typeface="Times New Roman"/>
                        <a:cs typeface="Times New Roman"/>
                      </a:endParaRPr>
                    </a:p>
                  </a:txBody>
                  <a:tcPr marL="0" marR="0" marB="0" marT="0">
                    <a:lnL w="9525">
                      <a:solidFill>
                        <a:srgbClr val="F9F9F5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solidFill>
                      <a:srgbClr val="FFFFFF">
                        <a:alpha val="3919"/>
                      </a:srgbClr>
                    </a:solidFill>
                  </a:tcPr>
                </a:tc>
              </a:tr>
              <a:tr h="85725">
                <a:tc>
                  <a:txBody>
                    <a:bodyPr/>
                    <a:lstStyle/>
                    <a:p>
                      <a:pPr marL="51435">
                        <a:lnSpc>
                          <a:spcPct val="100000"/>
                        </a:lnSpc>
                        <a:spcBef>
                          <a:spcPts val="50"/>
                        </a:spcBef>
                      </a:pPr>
                      <a:r>
                        <a:rPr dirty="0" sz="400" spc="-1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psvra85a0065</a:t>
                      </a:r>
                      <a:endParaRPr sz="400">
                        <a:latin typeface="Trebuchet MS"/>
                        <a:cs typeface="Trebuchet MS"/>
                      </a:endParaRPr>
                    </a:p>
                  </a:txBody>
                  <a:tcPr marL="0" marR="0" marB="0" marT="6350">
                    <a:lnL w="19050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F9F9F5"/>
                      </a:solidFill>
                      <a:prstDash val="solid"/>
                    </a:lnR>
                    <a:solidFill>
                      <a:srgbClr val="000000">
                        <a:alpha val="391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59055">
                        <a:lnSpc>
                          <a:spcPct val="100000"/>
                        </a:lnSpc>
                        <a:spcBef>
                          <a:spcPts val="50"/>
                        </a:spcBef>
                      </a:pPr>
                      <a:r>
                        <a:rPr dirty="0" sz="400" spc="-25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SIT</a:t>
                      </a:r>
                      <a:endParaRPr sz="400">
                        <a:latin typeface="Trebuchet MS"/>
                        <a:cs typeface="Trebuchet MS"/>
                      </a:endParaRPr>
                    </a:p>
                  </a:txBody>
                  <a:tcPr marL="0" marR="0" marB="0" marT="6350">
                    <a:lnL w="9525">
                      <a:solidFill>
                        <a:srgbClr val="F9F9F5"/>
                      </a:solidFill>
                      <a:prstDash val="solid"/>
                    </a:lnL>
                    <a:lnR w="9525">
                      <a:solidFill>
                        <a:srgbClr val="F9F9F5"/>
                      </a:solidFill>
                      <a:prstDash val="solid"/>
                    </a:lnR>
                    <a:solidFill>
                      <a:srgbClr val="000000">
                        <a:alpha val="391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52069">
                        <a:lnSpc>
                          <a:spcPct val="100000"/>
                        </a:lnSpc>
                        <a:spcBef>
                          <a:spcPts val="50"/>
                        </a:spcBef>
                      </a:pPr>
                      <a:r>
                        <a:rPr dirty="0" sz="400" spc="-1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Elastic</a:t>
                      </a:r>
                      <a:r>
                        <a:rPr dirty="0" sz="400" spc="15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 </a:t>
                      </a:r>
                      <a:r>
                        <a:rPr dirty="0" sz="400" spc="-1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Master</a:t>
                      </a:r>
                      <a:endParaRPr sz="400">
                        <a:latin typeface="Trebuchet MS"/>
                        <a:cs typeface="Trebuchet MS"/>
                      </a:endParaRPr>
                    </a:p>
                  </a:txBody>
                  <a:tcPr marL="0" marR="0" marB="0" marT="6350">
                    <a:lnL w="9525">
                      <a:solidFill>
                        <a:srgbClr val="F9F9F5"/>
                      </a:solidFill>
                      <a:prstDash val="solid"/>
                    </a:lnL>
                    <a:lnR w="9525">
                      <a:solidFill>
                        <a:srgbClr val="F9F9F5"/>
                      </a:solidFill>
                      <a:prstDash val="solid"/>
                    </a:lnR>
                    <a:solidFill>
                      <a:srgbClr val="000000">
                        <a:alpha val="391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54610">
                        <a:lnSpc>
                          <a:spcPct val="100000"/>
                        </a:lnSpc>
                        <a:spcBef>
                          <a:spcPts val="50"/>
                        </a:spcBef>
                      </a:pPr>
                      <a:r>
                        <a:rPr dirty="0" sz="400" spc="-2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8X64</a:t>
                      </a:r>
                      <a:endParaRPr sz="400">
                        <a:latin typeface="Trebuchet MS"/>
                        <a:cs typeface="Trebuchet MS"/>
                      </a:endParaRPr>
                    </a:p>
                  </a:txBody>
                  <a:tcPr marL="0" marR="0" marB="0" marT="6350">
                    <a:lnL w="9525">
                      <a:solidFill>
                        <a:srgbClr val="F9F9F5"/>
                      </a:solidFill>
                      <a:prstDash val="solid"/>
                    </a:lnL>
                    <a:lnR w="9525">
                      <a:solidFill>
                        <a:srgbClr val="F9F9F5"/>
                      </a:solidFill>
                      <a:prstDash val="solid"/>
                    </a:lnR>
                    <a:solidFill>
                      <a:srgbClr val="000000">
                        <a:alpha val="391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57150">
                        <a:lnSpc>
                          <a:spcPct val="100000"/>
                        </a:lnSpc>
                        <a:spcBef>
                          <a:spcPts val="50"/>
                        </a:spcBef>
                      </a:pPr>
                      <a:r>
                        <a:rPr dirty="0" sz="400" spc="-2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St.</a:t>
                      </a:r>
                      <a:r>
                        <a:rPr dirty="0" sz="400" spc="-5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 </a:t>
                      </a:r>
                      <a:r>
                        <a:rPr dirty="0" sz="400" spc="-2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Louis</a:t>
                      </a:r>
                      <a:endParaRPr sz="400">
                        <a:latin typeface="Trebuchet MS"/>
                        <a:cs typeface="Trebuchet MS"/>
                      </a:endParaRPr>
                    </a:p>
                  </a:txBody>
                  <a:tcPr marL="0" marR="0" marB="0" marT="6350">
                    <a:lnL w="9525">
                      <a:solidFill>
                        <a:srgbClr val="F9F9F5"/>
                      </a:solidFill>
                      <a:prstDash val="solid"/>
                    </a:lnL>
                    <a:lnR w="9525">
                      <a:solidFill>
                        <a:srgbClr val="F9F9F5"/>
                      </a:solidFill>
                      <a:prstDash val="solid"/>
                    </a:lnR>
                    <a:solidFill>
                      <a:srgbClr val="000000">
                        <a:alpha val="391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50"/>
                        </a:spcBef>
                      </a:pPr>
                      <a:r>
                        <a:rPr dirty="0" sz="400" spc="-25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UTC</a:t>
                      </a:r>
                      <a:endParaRPr sz="400">
                        <a:latin typeface="Trebuchet MS"/>
                        <a:cs typeface="Trebuchet MS"/>
                      </a:endParaRPr>
                    </a:p>
                  </a:txBody>
                  <a:tcPr marL="0" marR="0" marB="0" marT="6350">
                    <a:lnL w="9525">
                      <a:solidFill>
                        <a:srgbClr val="F9F9F5"/>
                      </a:solidFill>
                      <a:prstDash val="solid"/>
                    </a:lnL>
                    <a:lnR w="9525">
                      <a:solidFill>
                        <a:srgbClr val="F9F9F5"/>
                      </a:solidFill>
                      <a:prstDash val="solid"/>
                    </a:lnR>
                    <a:solidFill>
                      <a:srgbClr val="000000">
                        <a:alpha val="391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53340">
                        <a:lnSpc>
                          <a:spcPct val="100000"/>
                        </a:lnSpc>
                        <a:spcBef>
                          <a:spcPts val="50"/>
                        </a:spcBef>
                      </a:pPr>
                      <a:r>
                        <a:rPr dirty="0" sz="400" spc="-1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psvra01a0088</a:t>
                      </a:r>
                      <a:endParaRPr sz="400">
                        <a:latin typeface="Trebuchet MS"/>
                        <a:cs typeface="Trebuchet MS"/>
                      </a:endParaRPr>
                    </a:p>
                  </a:txBody>
                  <a:tcPr marL="0" marR="0" marB="0" marT="6350">
                    <a:lnL w="9525">
                      <a:solidFill>
                        <a:srgbClr val="F9F9F5"/>
                      </a:solidFill>
                      <a:prstDash val="solid"/>
                    </a:lnL>
                    <a:lnR w="9525">
                      <a:solidFill>
                        <a:srgbClr val="F9F9F5"/>
                      </a:solidFill>
                      <a:prstDash val="solid"/>
                    </a:lnR>
                    <a:solidFill>
                      <a:srgbClr val="000000">
                        <a:alpha val="391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55880">
                        <a:lnSpc>
                          <a:spcPct val="100000"/>
                        </a:lnSpc>
                        <a:spcBef>
                          <a:spcPts val="50"/>
                        </a:spcBef>
                      </a:pPr>
                      <a:r>
                        <a:rPr dirty="0" sz="400" spc="-1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/apps</a:t>
                      </a:r>
                      <a:r>
                        <a:rPr dirty="0" sz="400" spc="2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 </a:t>
                      </a:r>
                      <a:r>
                        <a:rPr dirty="0" sz="400" spc="-2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50G,/esdata</a:t>
                      </a:r>
                      <a:r>
                        <a:rPr dirty="0" sz="400" spc="2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 </a:t>
                      </a:r>
                      <a:r>
                        <a:rPr dirty="0" sz="400" spc="-2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100G</a:t>
                      </a:r>
                      <a:endParaRPr sz="400">
                        <a:latin typeface="Trebuchet MS"/>
                        <a:cs typeface="Trebuchet MS"/>
                      </a:endParaRPr>
                    </a:p>
                  </a:txBody>
                  <a:tcPr marL="0" marR="0" marB="0" marT="6350">
                    <a:lnL w="9525">
                      <a:solidFill>
                        <a:srgbClr val="F9F9F5"/>
                      </a:solidFill>
                      <a:prstDash val="solid"/>
                    </a:lnL>
                    <a:lnR w="9525">
                      <a:solidFill>
                        <a:srgbClr val="F9F9F5"/>
                      </a:solidFill>
                      <a:prstDash val="solid"/>
                    </a:lnR>
                    <a:solidFill>
                      <a:srgbClr val="000000">
                        <a:alpha val="391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55244">
                        <a:lnSpc>
                          <a:spcPct val="100000"/>
                        </a:lnSpc>
                        <a:spcBef>
                          <a:spcPts val="50"/>
                        </a:spcBef>
                      </a:pPr>
                      <a:r>
                        <a:rPr dirty="0" sz="40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Elasticsearch</a:t>
                      </a:r>
                      <a:r>
                        <a:rPr dirty="0" sz="400" spc="-3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 </a:t>
                      </a:r>
                      <a:r>
                        <a:rPr dirty="0" sz="400" spc="-2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7.17</a:t>
                      </a:r>
                      <a:endParaRPr sz="400">
                        <a:latin typeface="Trebuchet MS"/>
                        <a:cs typeface="Trebuchet MS"/>
                      </a:endParaRPr>
                    </a:p>
                  </a:txBody>
                  <a:tcPr marL="0" marR="0" marB="0" marT="6350">
                    <a:lnL w="9525">
                      <a:solidFill>
                        <a:srgbClr val="F9F9F5"/>
                      </a:solidFill>
                      <a:prstDash val="solid"/>
                    </a:lnL>
                    <a:lnR w="9525">
                      <a:solidFill>
                        <a:srgbClr val="F9F9F5"/>
                      </a:solidFill>
                      <a:prstDash val="solid"/>
                    </a:lnR>
                    <a:solidFill>
                      <a:srgbClr val="000000">
                        <a:alpha val="391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400">
                        <a:latin typeface="Times New Roman"/>
                        <a:cs typeface="Times New Roman"/>
                      </a:endParaRPr>
                    </a:p>
                  </a:txBody>
                  <a:tcPr marL="0" marR="0" marB="0" marT="0">
                    <a:lnL w="9525">
                      <a:solidFill>
                        <a:srgbClr val="F9F9F5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solidFill>
                      <a:srgbClr val="000000">
                        <a:alpha val="3919"/>
                      </a:srgbClr>
                    </a:solidFill>
                  </a:tcPr>
                </a:tc>
              </a:tr>
              <a:tr h="85725">
                <a:tc>
                  <a:txBody>
                    <a:bodyPr/>
                    <a:lstStyle/>
                    <a:p>
                      <a:pPr marL="51435">
                        <a:lnSpc>
                          <a:spcPct val="100000"/>
                        </a:lnSpc>
                        <a:spcBef>
                          <a:spcPts val="50"/>
                        </a:spcBef>
                      </a:pPr>
                      <a:r>
                        <a:rPr dirty="0" sz="400" spc="-1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psvra86a0065</a:t>
                      </a:r>
                      <a:endParaRPr sz="400">
                        <a:latin typeface="Trebuchet MS"/>
                        <a:cs typeface="Trebuchet MS"/>
                      </a:endParaRPr>
                    </a:p>
                  </a:txBody>
                  <a:tcPr marL="0" marR="0" marB="0" marT="6350">
                    <a:lnL w="19050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F9F9F5"/>
                      </a:solidFill>
                      <a:prstDash val="solid"/>
                    </a:lnR>
                    <a:solidFill>
                      <a:srgbClr val="FFFFFF">
                        <a:alpha val="391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59055">
                        <a:lnSpc>
                          <a:spcPct val="100000"/>
                        </a:lnSpc>
                        <a:spcBef>
                          <a:spcPts val="50"/>
                        </a:spcBef>
                      </a:pPr>
                      <a:r>
                        <a:rPr dirty="0" sz="400" spc="-25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SIT</a:t>
                      </a:r>
                      <a:endParaRPr sz="400">
                        <a:latin typeface="Trebuchet MS"/>
                        <a:cs typeface="Trebuchet MS"/>
                      </a:endParaRPr>
                    </a:p>
                  </a:txBody>
                  <a:tcPr marL="0" marR="0" marB="0" marT="6350">
                    <a:lnL w="9525">
                      <a:solidFill>
                        <a:srgbClr val="F9F9F5"/>
                      </a:solidFill>
                      <a:prstDash val="solid"/>
                    </a:lnL>
                    <a:lnR w="9525">
                      <a:solidFill>
                        <a:srgbClr val="F9F9F5"/>
                      </a:solidFill>
                      <a:prstDash val="solid"/>
                    </a:lnR>
                    <a:solidFill>
                      <a:srgbClr val="FFFFFF">
                        <a:alpha val="391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52069">
                        <a:lnSpc>
                          <a:spcPct val="100000"/>
                        </a:lnSpc>
                        <a:spcBef>
                          <a:spcPts val="50"/>
                        </a:spcBef>
                      </a:pPr>
                      <a:r>
                        <a:rPr dirty="0" sz="400" spc="-1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Elastic</a:t>
                      </a:r>
                      <a:r>
                        <a:rPr dirty="0" sz="400" spc="15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 </a:t>
                      </a:r>
                      <a:r>
                        <a:rPr dirty="0" sz="400" spc="-1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Master</a:t>
                      </a:r>
                      <a:endParaRPr sz="400">
                        <a:latin typeface="Trebuchet MS"/>
                        <a:cs typeface="Trebuchet MS"/>
                      </a:endParaRPr>
                    </a:p>
                  </a:txBody>
                  <a:tcPr marL="0" marR="0" marB="0" marT="6350">
                    <a:lnL w="9525">
                      <a:solidFill>
                        <a:srgbClr val="F9F9F5"/>
                      </a:solidFill>
                      <a:prstDash val="solid"/>
                    </a:lnL>
                    <a:lnR w="9525">
                      <a:solidFill>
                        <a:srgbClr val="F9F9F5"/>
                      </a:solidFill>
                      <a:prstDash val="solid"/>
                    </a:lnR>
                    <a:solidFill>
                      <a:srgbClr val="FFFFFF">
                        <a:alpha val="391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54610">
                        <a:lnSpc>
                          <a:spcPct val="100000"/>
                        </a:lnSpc>
                        <a:spcBef>
                          <a:spcPts val="50"/>
                        </a:spcBef>
                      </a:pPr>
                      <a:r>
                        <a:rPr dirty="0" sz="400" spc="-2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8X64</a:t>
                      </a:r>
                      <a:endParaRPr sz="400">
                        <a:latin typeface="Trebuchet MS"/>
                        <a:cs typeface="Trebuchet MS"/>
                      </a:endParaRPr>
                    </a:p>
                  </a:txBody>
                  <a:tcPr marL="0" marR="0" marB="0" marT="6350">
                    <a:lnL w="9525">
                      <a:solidFill>
                        <a:srgbClr val="F9F9F5"/>
                      </a:solidFill>
                      <a:prstDash val="solid"/>
                    </a:lnL>
                    <a:lnR w="9525">
                      <a:solidFill>
                        <a:srgbClr val="F9F9F5"/>
                      </a:solidFill>
                      <a:prstDash val="solid"/>
                    </a:lnR>
                    <a:solidFill>
                      <a:srgbClr val="FFFFFF">
                        <a:alpha val="391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57150">
                        <a:lnSpc>
                          <a:spcPct val="100000"/>
                        </a:lnSpc>
                        <a:spcBef>
                          <a:spcPts val="50"/>
                        </a:spcBef>
                      </a:pPr>
                      <a:r>
                        <a:rPr dirty="0" sz="400" spc="-2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St.</a:t>
                      </a:r>
                      <a:r>
                        <a:rPr dirty="0" sz="400" spc="-5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 </a:t>
                      </a:r>
                      <a:r>
                        <a:rPr dirty="0" sz="400" spc="-2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Louis</a:t>
                      </a:r>
                      <a:endParaRPr sz="400">
                        <a:latin typeface="Trebuchet MS"/>
                        <a:cs typeface="Trebuchet MS"/>
                      </a:endParaRPr>
                    </a:p>
                  </a:txBody>
                  <a:tcPr marL="0" marR="0" marB="0" marT="6350">
                    <a:lnL w="9525">
                      <a:solidFill>
                        <a:srgbClr val="F9F9F5"/>
                      </a:solidFill>
                      <a:prstDash val="solid"/>
                    </a:lnL>
                    <a:lnR w="9525">
                      <a:solidFill>
                        <a:srgbClr val="F9F9F5"/>
                      </a:solidFill>
                      <a:prstDash val="solid"/>
                    </a:lnR>
                    <a:solidFill>
                      <a:srgbClr val="FFFFFF">
                        <a:alpha val="391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50"/>
                        </a:spcBef>
                      </a:pPr>
                      <a:r>
                        <a:rPr dirty="0" sz="400" spc="-25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UTC</a:t>
                      </a:r>
                      <a:endParaRPr sz="400">
                        <a:latin typeface="Trebuchet MS"/>
                        <a:cs typeface="Trebuchet MS"/>
                      </a:endParaRPr>
                    </a:p>
                  </a:txBody>
                  <a:tcPr marL="0" marR="0" marB="0" marT="6350">
                    <a:lnL w="9525">
                      <a:solidFill>
                        <a:srgbClr val="F9F9F5"/>
                      </a:solidFill>
                      <a:prstDash val="solid"/>
                    </a:lnL>
                    <a:lnR w="9525">
                      <a:solidFill>
                        <a:srgbClr val="F9F9F5"/>
                      </a:solidFill>
                      <a:prstDash val="solid"/>
                    </a:lnR>
                    <a:solidFill>
                      <a:srgbClr val="FFFFFF">
                        <a:alpha val="391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53340">
                        <a:lnSpc>
                          <a:spcPct val="100000"/>
                        </a:lnSpc>
                        <a:spcBef>
                          <a:spcPts val="50"/>
                        </a:spcBef>
                      </a:pPr>
                      <a:r>
                        <a:rPr dirty="0" sz="400" spc="-1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psvra02a0088</a:t>
                      </a:r>
                      <a:endParaRPr sz="400">
                        <a:latin typeface="Trebuchet MS"/>
                        <a:cs typeface="Trebuchet MS"/>
                      </a:endParaRPr>
                    </a:p>
                  </a:txBody>
                  <a:tcPr marL="0" marR="0" marB="0" marT="6350">
                    <a:lnL w="9525">
                      <a:solidFill>
                        <a:srgbClr val="F9F9F5"/>
                      </a:solidFill>
                      <a:prstDash val="solid"/>
                    </a:lnL>
                    <a:lnR w="9525">
                      <a:solidFill>
                        <a:srgbClr val="F9F9F5"/>
                      </a:solidFill>
                      <a:prstDash val="solid"/>
                    </a:lnR>
                    <a:solidFill>
                      <a:srgbClr val="FFFFFF">
                        <a:alpha val="391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55880">
                        <a:lnSpc>
                          <a:spcPct val="100000"/>
                        </a:lnSpc>
                        <a:spcBef>
                          <a:spcPts val="50"/>
                        </a:spcBef>
                      </a:pPr>
                      <a:r>
                        <a:rPr dirty="0" sz="400" spc="-1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/apps</a:t>
                      </a:r>
                      <a:r>
                        <a:rPr dirty="0" sz="400" spc="2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 </a:t>
                      </a:r>
                      <a:r>
                        <a:rPr dirty="0" sz="400" spc="-2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50G,/esdata</a:t>
                      </a:r>
                      <a:r>
                        <a:rPr dirty="0" sz="400" spc="2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 </a:t>
                      </a:r>
                      <a:r>
                        <a:rPr dirty="0" sz="400" spc="-2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100G</a:t>
                      </a:r>
                      <a:endParaRPr sz="400">
                        <a:latin typeface="Trebuchet MS"/>
                        <a:cs typeface="Trebuchet MS"/>
                      </a:endParaRPr>
                    </a:p>
                  </a:txBody>
                  <a:tcPr marL="0" marR="0" marB="0" marT="6350">
                    <a:lnL w="9525">
                      <a:solidFill>
                        <a:srgbClr val="F9F9F5"/>
                      </a:solidFill>
                      <a:prstDash val="solid"/>
                    </a:lnL>
                    <a:lnR w="9525">
                      <a:solidFill>
                        <a:srgbClr val="F9F9F5"/>
                      </a:solidFill>
                      <a:prstDash val="solid"/>
                    </a:lnR>
                    <a:solidFill>
                      <a:srgbClr val="FFFFFF">
                        <a:alpha val="391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55244">
                        <a:lnSpc>
                          <a:spcPct val="100000"/>
                        </a:lnSpc>
                        <a:spcBef>
                          <a:spcPts val="50"/>
                        </a:spcBef>
                      </a:pPr>
                      <a:r>
                        <a:rPr dirty="0" sz="40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Elasticsearch</a:t>
                      </a:r>
                      <a:r>
                        <a:rPr dirty="0" sz="400" spc="-3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 </a:t>
                      </a:r>
                      <a:r>
                        <a:rPr dirty="0" sz="400" spc="-2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7.17</a:t>
                      </a:r>
                      <a:endParaRPr sz="400">
                        <a:latin typeface="Trebuchet MS"/>
                        <a:cs typeface="Trebuchet MS"/>
                      </a:endParaRPr>
                    </a:p>
                  </a:txBody>
                  <a:tcPr marL="0" marR="0" marB="0" marT="6350">
                    <a:lnL w="9525">
                      <a:solidFill>
                        <a:srgbClr val="F9F9F5"/>
                      </a:solidFill>
                      <a:prstDash val="solid"/>
                    </a:lnL>
                    <a:lnR w="9525">
                      <a:solidFill>
                        <a:srgbClr val="F9F9F5"/>
                      </a:solidFill>
                      <a:prstDash val="solid"/>
                    </a:lnR>
                    <a:solidFill>
                      <a:srgbClr val="FFFFFF">
                        <a:alpha val="391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400">
                        <a:latin typeface="Times New Roman"/>
                        <a:cs typeface="Times New Roman"/>
                      </a:endParaRPr>
                    </a:p>
                  </a:txBody>
                  <a:tcPr marL="0" marR="0" marB="0" marT="0">
                    <a:lnL w="9525">
                      <a:solidFill>
                        <a:srgbClr val="F9F9F5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solidFill>
                      <a:srgbClr val="FFFFFF">
                        <a:alpha val="3919"/>
                      </a:srgbClr>
                    </a:solidFill>
                  </a:tcPr>
                </a:tc>
              </a:tr>
              <a:tr h="85725">
                <a:tc>
                  <a:txBody>
                    <a:bodyPr/>
                    <a:lstStyle/>
                    <a:p>
                      <a:pPr marL="51435">
                        <a:lnSpc>
                          <a:spcPct val="100000"/>
                        </a:lnSpc>
                        <a:spcBef>
                          <a:spcPts val="50"/>
                        </a:spcBef>
                      </a:pPr>
                      <a:r>
                        <a:rPr dirty="0" sz="400" spc="-1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psvra87a0065</a:t>
                      </a:r>
                      <a:endParaRPr sz="400">
                        <a:latin typeface="Trebuchet MS"/>
                        <a:cs typeface="Trebuchet MS"/>
                      </a:endParaRPr>
                    </a:p>
                  </a:txBody>
                  <a:tcPr marL="0" marR="0" marB="0" marT="6350">
                    <a:lnL w="19050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F9F9F5"/>
                      </a:solidFill>
                      <a:prstDash val="solid"/>
                    </a:lnR>
                    <a:solidFill>
                      <a:srgbClr val="000000">
                        <a:alpha val="391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59055">
                        <a:lnSpc>
                          <a:spcPct val="100000"/>
                        </a:lnSpc>
                        <a:spcBef>
                          <a:spcPts val="50"/>
                        </a:spcBef>
                      </a:pPr>
                      <a:r>
                        <a:rPr dirty="0" sz="400" spc="-25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SIT</a:t>
                      </a:r>
                      <a:endParaRPr sz="400">
                        <a:latin typeface="Trebuchet MS"/>
                        <a:cs typeface="Trebuchet MS"/>
                      </a:endParaRPr>
                    </a:p>
                  </a:txBody>
                  <a:tcPr marL="0" marR="0" marB="0" marT="6350">
                    <a:lnL w="9525">
                      <a:solidFill>
                        <a:srgbClr val="F9F9F5"/>
                      </a:solidFill>
                      <a:prstDash val="solid"/>
                    </a:lnL>
                    <a:lnR w="9525">
                      <a:solidFill>
                        <a:srgbClr val="F9F9F5"/>
                      </a:solidFill>
                      <a:prstDash val="solid"/>
                    </a:lnR>
                    <a:solidFill>
                      <a:srgbClr val="000000">
                        <a:alpha val="391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52069">
                        <a:lnSpc>
                          <a:spcPct val="100000"/>
                        </a:lnSpc>
                        <a:spcBef>
                          <a:spcPts val="50"/>
                        </a:spcBef>
                      </a:pPr>
                      <a:r>
                        <a:rPr dirty="0" sz="400" spc="-1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Elastic</a:t>
                      </a:r>
                      <a:r>
                        <a:rPr dirty="0" sz="400" spc="15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 </a:t>
                      </a:r>
                      <a:r>
                        <a:rPr dirty="0" sz="400" spc="-25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Hot</a:t>
                      </a:r>
                      <a:endParaRPr sz="400">
                        <a:latin typeface="Trebuchet MS"/>
                        <a:cs typeface="Trebuchet MS"/>
                      </a:endParaRPr>
                    </a:p>
                  </a:txBody>
                  <a:tcPr marL="0" marR="0" marB="0" marT="6350">
                    <a:lnL w="9525">
                      <a:solidFill>
                        <a:srgbClr val="F9F9F5"/>
                      </a:solidFill>
                      <a:prstDash val="solid"/>
                    </a:lnL>
                    <a:lnR w="9525">
                      <a:solidFill>
                        <a:srgbClr val="F9F9F5"/>
                      </a:solidFill>
                      <a:prstDash val="solid"/>
                    </a:lnR>
                    <a:solidFill>
                      <a:srgbClr val="000000">
                        <a:alpha val="391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54610">
                        <a:lnSpc>
                          <a:spcPct val="100000"/>
                        </a:lnSpc>
                        <a:spcBef>
                          <a:spcPts val="50"/>
                        </a:spcBef>
                      </a:pPr>
                      <a:r>
                        <a:rPr dirty="0" sz="400" spc="-2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8X64</a:t>
                      </a:r>
                      <a:endParaRPr sz="400">
                        <a:latin typeface="Trebuchet MS"/>
                        <a:cs typeface="Trebuchet MS"/>
                      </a:endParaRPr>
                    </a:p>
                  </a:txBody>
                  <a:tcPr marL="0" marR="0" marB="0" marT="6350">
                    <a:lnL w="9525">
                      <a:solidFill>
                        <a:srgbClr val="F9F9F5"/>
                      </a:solidFill>
                      <a:prstDash val="solid"/>
                    </a:lnL>
                    <a:lnR w="9525">
                      <a:solidFill>
                        <a:srgbClr val="F9F9F5"/>
                      </a:solidFill>
                      <a:prstDash val="solid"/>
                    </a:lnR>
                    <a:solidFill>
                      <a:srgbClr val="000000">
                        <a:alpha val="391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57150">
                        <a:lnSpc>
                          <a:spcPct val="100000"/>
                        </a:lnSpc>
                        <a:spcBef>
                          <a:spcPts val="50"/>
                        </a:spcBef>
                      </a:pPr>
                      <a:r>
                        <a:rPr dirty="0" sz="400" spc="-2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St.</a:t>
                      </a:r>
                      <a:r>
                        <a:rPr dirty="0" sz="400" spc="-5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 </a:t>
                      </a:r>
                      <a:r>
                        <a:rPr dirty="0" sz="400" spc="-2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Louis</a:t>
                      </a:r>
                      <a:endParaRPr sz="400">
                        <a:latin typeface="Trebuchet MS"/>
                        <a:cs typeface="Trebuchet MS"/>
                      </a:endParaRPr>
                    </a:p>
                  </a:txBody>
                  <a:tcPr marL="0" marR="0" marB="0" marT="6350">
                    <a:lnL w="9525">
                      <a:solidFill>
                        <a:srgbClr val="F9F9F5"/>
                      </a:solidFill>
                      <a:prstDash val="solid"/>
                    </a:lnL>
                    <a:lnR w="9525">
                      <a:solidFill>
                        <a:srgbClr val="F9F9F5"/>
                      </a:solidFill>
                      <a:prstDash val="solid"/>
                    </a:lnR>
                    <a:solidFill>
                      <a:srgbClr val="000000">
                        <a:alpha val="391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50"/>
                        </a:spcBef>
                      </a:pPr>
                      <a:r>
                        <a:rPr dirty="0" sz="400" spc="-25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UTC</a:t>
                      </a:r>
                      <a:endParaRPr sz="400">
                        <a:latin typeface="Trebuchet MS"/>
                        <a:cs typeface="Trebuchet MS"/>
                      </a:endParaRPr>
                    </a:p>
                  </a:txBody>
                  <a:tcPr marL="0" marR="0" marB="0" marT="6350">
                    <a:lnL w="9525">
                      <a:solidFill>
                        <a:srgbClr val="F9F9F5"/>
                      </a:solidFill>
                      <a:prstDash val="solid"/>
                    </a:lnL>
                    <a:lnR w="9525">
                      <a:solidFill>
                        <a:srgbClr val="F9F9F5"/>
                      </a:solidFill>
                      <a:prstDash val="solid"/>
                    </a:lnR>
                    <a:solidFill>
                      <a:srgbClr val="000000">
                        <a:alpha val="391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53340">
                        <a:lnSpc>
                          <a:spcPct val="100000"/>
                        </a:lnSpc>
                        <a:spcBef>
                          <a:spcPts val="50"/>
                        </a:spcBef>
                      </a:pPr>
                      <a:r>
                        <a:rPr dirty="0" sz="400" spc="-1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psvralla0088</a:t>
                      </a:r>
                      <a:endParaRPr sz="400">
                        <a:latin typeface="Trebuchet MS"/>
                        <a:cs typeface="Trebuchet MS"/>
                      </a:endParaRPr>
                    </a:p>
                  </a:txBody>
                  <a:tcPr marL="0" marR="0" marB="0" marT="6350">
                    <a:lnL w="9525">
                      <a:solidFill>
                        <a:srgbClr val="F9F9F5"/>
                      </a:solidFill>
                      <a:prstDash val="solid"/>
                    </a:lnL>
                    <a:lnR w="9525">
                      <a:solidFill>
                        <a:srgbClr val="F9F9F5"/>
                      </a:solidFill>
                      <a:prstDash val="solid"/>
                    </a:lnR>
                    <a:solidFill>
                      <a:srgbClr val="000000">
                        <a:alpha val="391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55880">
                        <a:lnSpc>
                          <a:spcPct val="100000"/>
                        </a:lnSpc>
                        <a:spcBef>
                          <a:spcPts val="50"/>
                        </a:spcBef>
                      </a:pPr>
                      <a:r>
                        <a:rPr dirty="0" sz="400" spc="-1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/apps</a:t>
                      </a:r>
                      <a:r>
                        <a:rPr dirty="0" sz="400" spc="3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 </a:t>
                      </a:r>
                      <a:r>
                        <a:rPr dirty="0" sz="400" spc="-2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200G,/esdata</a:t>
                      </a:r>
                      <a:r>
                        <a:rPr dirty="0" sz="400" spc="3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 </a:t>
                      </a:r>
                      <a:r>
                        <a:rPr dirty="0" sz="400" spc="-2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800G</a:t>
                      </a:r>
                      <a:endParaRPr sz="400">
                        <a:latin typeface="Trebuchet MS"/>
                        <a:cs typeface="Trebuchet MS"/>
                      </a:endParaRPr>
                    </a:p>
                  </a:txBody>
                  <a:tcPr marL="0" marR="0" marB="0" marT="6350">
                    <a:lnL w="9525">
                      <a:solidFill>
                        <a:srgbClr val="F9F9F5"/>
                      </a:solidFill>
                      <a:prstDash val="solid"/>
                    </a:lnL>
                    <a:lnR w="9525">
                      <a:solidFill>
                        <a:srgbClr val="F9F9F5"/>
                      </a:solidFill>
                      <a:prstDash val="solid"/>
                    </a:lnR>
                    <a:solidFill>
                      <a:srgbClr val="000000">
                        <a:alpha val="391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55244">
                        <a:lnSpc>
                          <a:spcPct val="100000"/>
                        </a:lnSpc>
                        <a:spcBef>
                          <a:spcPts val="50"/>
                        </a:spcBef>
                      </a:pPr>
                      <a:r>
                        <a:rPr dirty="0" sz="400" spc="-1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Elasticsearch</a:t>
                      </a:r>
                      <a:r>
                        <a:rPr dirty="0" sz="400" spc="85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 </a:t>
                      </a:r>
                      <a:r>
                        <a:rPr dirty="0" sz="400" spc="-2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7.17</a:t>
                      </a:r>
                      <a:endParaRPr sz="400">
                        <a:latin typeface="Trebuchet MS"/>
                        <a:cs typeface="Trebuchet MS"/>
                      </a:endParaRPr>
                    </a:p>
                  </a:txBody>
                  <a:tcPr marL="0" marR="0" marB="0" marT="6350">
                    <a:lnL w="9525">
                      <a:solidFill>
                        <a:srgbClr val="F9F9F5"/>
                      </a:solidFill>
                      <a:prstDash val="solid"/>
                    </a:lnL>
                    <a:lnR w="9525">
                      <a:solidFill>
                        <a:srgbClr val="F9F9F5"/>
                      </a:solidFill>
                      <a:prstDash val="solid"/>
                    </a:lnR>
                    <a:solidFill>
                      <a:srgbClr val="000000">
                        <a:alpha val="391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400">
                        <a:latin typeface="Times New Roman"/>
                        <a:cs typeface="Times New Roman"/>
                      </a:endParaRPr>
                    </a:p>
                  </a:txBody>
                  <a:tcPr marL="0" marR="0" marB="0" marT="0">
                    <a:lnL w="9525">
                      <a:solidFill>
                        <a:srgbClr val="F9F9F5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solidFill>
                      <a:srgbClr val="000000">
                        <a:alpha val="3919"/>
                      </a:srgbClr>
                    </a:solidFill>
                  </a:tcPr>
                </a:tc>
              </a:tr>
              <a:tr h="95250">
                <a:tc>
                  <a:txBody>
                    <a:bodyPr/>
                    <a:lstStyle/>
                    <a:p>
                      <a:pPr marL="51435">
                        <a:lnSpc>
                          <a:spcPct val="100000"/>
                        </a:lnSpc>
                        <a:spcBef>
                          <a:spcPts val="125"/>
                        </a:spcBef>
                      </a:pPr>
                      <a:r>
                        <a:rPr dirty="0" sz="400" spc="-1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psvra88a0065</a:t>
                      </a:r>
                      <a:endParaRPr sz="400">
                        <a:latin typeface="Trebuchet MS"/>
                        <a:cs typeface="Trebuchet MS"/>
                      </a:endParaRPr>
                    </a:p>
                  </a:txBody>
                  <a:tcPr marL="0" marR="0" marB="0" marT="15875">
                    <a:lnL w="19050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F9F9F5"/>
                      </a:solidFill>
                      <a:prstDash val="solid"/>
                    </a:lnR>
                    <a:solidFill>
                      <a:srgbClr val="FFFFFF">
                        <a:alpha val="391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59055">
                        <a:lnSpc>
                          <a:spcPct val="100000"/>
                        </a:lnSpc>
                        <a:spcBef>
                          <a:spcPts val="125"/>
                        </a:spcBef>
                      </a:pPr>
                      <a:r>
                        <a:rPr dirty="0" sz="400" spc="-25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SIT</a:t>
                      </a:r>
                      <a:endParaRPr sz="400">
                        <a:latin typeface="Trebuchet MS"/>
                        <a:cs typeface="Trebuchet MS"/>
                      </a:endParaRPr>
                    </a:p>
                  </a:txBody>
                  <a:tcPr marL="0" marR="0" marB="0" marT="15875">
                    <a:lnL w="9525">
                      <a:solidFill>
                        <a:srgbClr val="F9F9F5"/>
                      </a:solidFill>
                      <a:prstDash val="solid"/>
                    </a:lnL>
                    <a:lnR w="9525">
                      <a:solidFill>
                        <a:srgbClr val="F9F9F5"/>
                      </a:solidFill>
                      <a:prstDash val="solid"/>
                    </a:lnR>
                    <a:solidFill>
                      <a:srgbClr val="FFFFFF">
                        <a:alpha val="391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52069">
                        <a:lnSpc>
                          <a:spcPct val="100000"/>
                        </a:lnSpc>
                        <a:spcBef>
                          <a:spcPts val="125"/>
                        </a:spcBef>
                      </a:pPr>
                      <a:r>
                        <a:rPr dirty="0" sz="400" spc="-1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Elastic</a:t>
                      </a:r>
                      <a:r>
                        <a:rPr dirty="0" sz="400" spc="15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 </a:t>
                      </a:r>
                      <a:r>
                        <a:rPr dirty="0" sz="400" spc="-25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Hot</a:t>
                      </a:r>
                      <a:endParaRPr sz="400">
                        <a:latin typeface="Trebuchet MS"/>
                        <a:cs typeface="Trebuchet MS"/>
                      </a:endParaRPr>
                    </a:p>
                  </a:txBody>
                  <a:tcPr marL="0" marR="0" marB="0" marT="15875">
                    <a:lnL w="9525">
                      <a:solidFill>
                        <a:srgbClr val="F9F9F5"/>
                      </a:solidFill>
                      <a:prstDash val="solid"/>
                    </a:lnL>
                    <a:lnR w="9525">
                      <a:solidFill>
                        <a:srgbClr val="F9F9F5"/>
                      </a:solidFill>
                      <a:prstDash val="solid"/>
                    </a:lnR>
                    <a:solidFill>
                      <a:srgbClr val="FFFFFF">
                        <a:alpha val="391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54610">
                        <a:lnSpc>
                          <a:spcPct val="100000"/>
                        </a:lnSpc>
                        <a:spcBef>
                          <a:spcPts val="125"/>
                        </a:spcBef>
                      </a:pPr>
                      <a:r>
                        <a:rPr dirty="0" sz="400" spc="-2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8X64</a:t>
                      </a:r>
                      <a:endParaRPr sz="400">
                        <a:latin typeface="Trebuchet MS"/>
                        <a:cs typeface="Trebuchet MS"/>
                      </a:endParaRPr>
                    </a:p>
                  </a:txBody>
                  <a:tcPr marL="0" marR="0" marB="0" marT="15875">
                    <a:lnL w="9525">
                      <a:solidFill>
                        <a:srgbClr val="F9F9F5"/>
                      </a:solidFill>
                      <a:prstDash val="solid"/>
                    </a:lnL>
                    <a:lnR w="9525">
                      <a:solidFill>
                        <a:srgbClr val="F9F9F5"/>
                      </a:solidFill>
                      <a:prstDash val="solid"/>
                    </a:lnR>
                    <a:solidFill>
                      <a:srgbClr val="FFFFFF">
                        <a:alpha val="391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57150">
                        <a:lnSpc>
                          <a:spcPct val="100000"/>
                        </a:lnSpc>
                        <a:spcBef>
                          <a:spcPts val="125"/>
                        </a:spcBef>
                      </a:pPr>
                      <a:r>
                        <a:rPr dirty="0" sz="400" spc="-2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St.</a:t>
                      </a:r>
                      <a:r>
                        <a:rPr dirty="0" sz="400" spc="-5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 </a:t>
                      </a:r>
                      <a:r>
                        <a:rPr dirty="0" sz="400" spc="-2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Louis</a:t>
                      </a:r>
                      <a:endParaRPr sz="400">
                        <a:latin typeface="Trebuchet MS"/>
                        <a:cs typeface="Trebuchet MS"/>
                      </a:endParaRPr>
                    </a:p>
                  </a:txBody>
                  <a:tcPr marL="0" marR="0" marB="0" marT="15875">
                    <a:lnL w="9525">
                      <a:solidFill>
                        <a:srgbClr val="F9F9F5"/>
                      </a:solidFill>
                      <a:prstDash val="solid"/>
                    </a:lnL>
                    <a:lnR w="9525">
                      <a:solidFill>
                        <a:srgbClr val="F9F9F5"/>
                      </a:solidFill>
                      <a:prstDash val="solid"/>
                    </a:lnR>
                    <a:solidFill>
                      <a:srgbClr val="FFFFFF">
                        <a:alpha val="391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125"/>
                        </a:spcBef>
                      </a:pPr>
                      <a:r>
                        <a:rPr dirty="0" sz="400" spc="-25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UTC</a:t>
                      </a:r>
                      <a:endParaRPr sz="400">
                        <a:latin typeface="Trebuchet MS"/>
                        <a:cs typeface="Trebuchet MS"/>
                      </a:endParaRPr>
                    </a:p>
                  </a:txBody>
                  <a:tcPr marL="0" marR="0" marB="0" marT="15875">
                    <a:lnL w="9525">
                      <a:solidFill>
                        <a:srgbClr val="F9F9F5"/>
                      </a:solidFill>
                      <a:prstDash val="solid"/>
                    </a:lnL>
                    <a:lnR w="9525">
                      <a:solidFill>
                        <a:srgbClr val="F9F9F5"/>
                      </a:solidFill>
                      <a:prstDash val="solid"/>
                    </a:lnR>
                    <a:solidFill>
                      <a:srgbClr val="FFFFFF">
                        <a:alpha val="391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53340">
                        <a:lnSpc>
                          <a:spcPct val="100000"/>
                        </a:lnSpc>
                        <a:spcBef>
                          <a:spcPts val="125"/>
                        </a:spcBef>
                      </a:pPr>
                      <a:r>
                        <a:rPr dirty="0" sz="400" spc="-1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psvra12a0088</a:t>
                      </a:r>
                      <a:endParaRPr sz="400">
                        <a:latin typeface="Trebuchet MS"/>
                        <a:cs typeface="Trebuchet MS"/>
                      </a:endParaRPr>
                    </a:p>
                  </a:txBody>
                  <a:tcPr marL="0" marR="0" marB="0" marT="15875">
                    <a:lnL w="9525">
                      <a:solidFill>
                        <a:srgbClr val="F9F9F5"/>
                      </a:solidFill>
                      <a:prstDash val="solid"/>
                    </a:lnL>
                    <a:lnR w="9525">
                      <a:solidFill>
                        <a:srgbClr val="F9F9F5"/>
                      </a:solidFill>
                      <a:prstDash val="solid"/>
                    </a:lnR>
                    <a:solidFill>
                      <a:srgbClr val="FFFFFF">
                        <a:alpha val="391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55880">
                        <a:lnSpc>
                          <a:spcPct val="100000"/>
                        </a:lnSpc>
                        <a:spcBef>
                          <a:spcPts val="125"/>
                        </a:spcBef>
                      </a:pPr>
                      <a:r>
                        <a:rPr dirty="0" sz="400" spc="-1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/apps</a:t>
                      </a:r>
                      <a:r>
                        <a:rPr dirty="0" sz="400" spc="3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 </a:t>
                      </a:r>
                      <a:r>
                        <a:rPr dirty="0" sz="400" spc="-2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200G,/esdata</a:t>
                      </a:r>
                      <a:r>
                        <a:rPr dirty="0" sz="400" spc="3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 </a:t>
                      </a:r>
                      <a:r>
                        <a:rPr dirty="0" sz="400" spc="-2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800G</a:t>
                      </a:r>
                      <a:endParaRPr sz="400">
                        <a:latin typeface="Trebuchet MS"/>
                        <a:cs typeface="Trebuchet MS"/>
                      </a:endParaRPr>
                    </a:p>
                  </a:txBody>
                  <a:tcPr marL="0" marR="0" marB="0" marT="15875">
                    <a:lnL w="9525">
                      <a:solidFill>
                        <a:srgbClr val="F9F9F5"/>
                      </a:solidFill>
                      <a:prstDash val="solid"/>
                    </a:lnL>
                    <a:lnR w="9525">
                      <a:solidFill>
                        <a:srgbClr val="F9F9F5"/>
                      </a:solidFill>
                      <a:prstDash val="solid"/>
                    </a:lnR>
                    <a:solidFill>
                      <a:srgbClr val="FFFFFF">
                        <a:alpha val="391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55244">
                        <a:lnSpc>
                          <a:spcPct val="100000"/>
                        </a:lnSpc>
                        <a:spcBef>
                          <a:spcPts val="125"/>
                        </a:spcBef>
                      </a:pPr>
                      <a:r>
                        <a:rPr dirty="0" sz="40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Elasticsearch</a:t>
                      </a:r>
                      <a:r>
                        <a:rPr dirty="0" sz="400" spc="-3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 </a:t>
                      </a:r>
                      <a:r>
                        <a:rPr dirty="0" sz="400" spc="-2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7.17</a:t>
                      </a:r>
                      <a:endParaRPr sz="400">
                        <a:latin typeface="Trebuchet MS"/>
                        <a:cs typeface="Trebuchet MS"/>
                      </a:endParaRPr>
                    </a:p>
                  </a:txBody>
                  <a:tcPr marL="0" marR="0" marB="0" marT="15875">
                    <a:lnL w="9525">
                      <a:solidFill>
                        <a:srgbClr val="F9F9F5"/>
                      </a:solidFill>
                      <a:prstDash val="solid"/>
                    </a:lnL>
                    <a:lnR w="9525">
                      <a:solidFill>
                        <a:srgbClr val="F9F9F5"/>
                      </a:solidFill>
                      <a:prstDash val="solid"/>
                    </a:lnR>
                    <a:solidFill>
                      <a:srgbClr val="FFFFFF">
                        <a:alpha val="391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400">
                        <a:latin typeface="Times New Roman"/>
                        <a:cs typeface="Times New Roman"/>
                      </a:endParaRPr>
                    </a:p>
                  </a:txBody>
                  <a:tcPr marL="0" marR="0" marB="0" marT="0">
                    <a:lnL w="9525">
                      <a:solidFill>
                        <a:srgbClr val="F9F9F5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solidFill>
                      <a:srgbClr val="FFFFFF">
                        <a:alpha val="3919"/>
                      </a:srgbClr>
                    </a:solidFill>
                  </a:tcPr>
                </a:tc>
              </a:tr>
              <a:tr h="85725">
                <a:tc>
                  <a:txBody>
                    <a:bodyPr/>
                    <a:lstStyle/>
                    <a:p>
                      <a:pPr marL="51435">
                        <a:lnSpc>
                          <a:spcPct val="100000"/>
                        </a:lnSpc>
                        <a:spcBef>
                          <a:spcPts val="50"/>
                        </a:spcBef>
                      </a:pPr>
                      <a:r>
                        <a:rPr dirty="0" sz="400" spc="-1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psvra89a0065</a:t>
                      </a:r>
                      <a:endParaRPr sz="400">
                        <a:latin typeface="Trebuchet MS"/>
                        <a:cs typeface="Trebuchet MS"/>
                      </a:endParaRPr>
                    </a:p>
                  </a:txBody>
                  <a:tcPr marL="0" marR="0" marB="0" marT="6350">
                    <a:lnL w="19050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F9F9F5"/>
                      </a:solidFill>
                      <a:prstDash val="solid"/>
                    </a:lnR>
                    <a:solidFill>
                      <a:srgbClr val="000000">
                        <a:alpha val="391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59055">
                        <a:lnSpc>
                          <a:spcPct val="100000"/>
                        </a:lnSpc>
                        <a:spcBef>
                          <a:spcPts val="50"/>
                        </a:spcBef>
                      </a:pPr>
                      <a:r>
                        <a:rPr dirty="0" sz="400" spc="-25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SIT</a:t>
                      </a:r>
                      <a:endParaRPr sz="400">
                        <a:latin typeface="Trebuchet MS"/>
                        <a:cs typeface="Trebuchet MS"/>
                      </a:endParaRPr>
                    </a:p>
                  </a:txBody>
                  <a:tcPr marL="0" marR="0" marB="0" marT="6350">
                    <a:lnL w="9525">
                      <a:solidFill>
                        <a:srgbClr val="F9F9F5"/>
                      </a:solidFill>
                      <a:prstDash val="solid"/>
                    </a:lnL>
                    <a:lnR w="9525">
                      <a:solidFill>
                        <a:srgbClr val="F9F9F5"/>
                      </a:solidFill>
                      <a:prstDash val="solid"/>
                    </a:lnR>
                    <a:solidFill>
                      <a:srgbClr val="000000">
                        <a:alpha val="391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52069">
                        <a:lnSpc>
                          <a:spcPct val="100000"/>
                        </a:lnSpc>
                        <a:spcBef>
                          <a:spcPts val="50"/>
                        </a:spcBef>
                      </a:pPr>
                      <a:r>
                        <a:rPr dirty="0" sz="400" spc="-1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Elastic</a:t>
                      </a:r>
                      <a:r>
                        <a:rPr dirty="0" sz="400" spc="15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 </a:t>
                      </a:r>
                      <a:r>
                        <a:rPr dirty="0" sz="400" spc="-25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Hot</a:t>
                      </a:r>
                      <a:endParaRPr sz="400">
                        <a:latin typeface="Trebuchet MS"/>
                        <a:cs typeface="Trebuchet MS"/>
                      </a:endParaRPr>
                    </a:p>
                  </a:txBody>
                  <a:tcPr marL="0" marR="0" marB="0" marT="6350">
                    <a:lnL w="9525">
                      <a:solidFill>
                        <a:srgbClr val="F9F9F5"/>
                      </a:solidFill>
                      <a:prstDash val="solid"/>
                    </a:lnL>
                    <a:lnR w="9525">
                      <a:solidFill>
                        <a:srgbClr val="F9F9F5"/>
                      </a:solidFill>
                      <a:prstDash val="solid"/>
                    </a:lnR>
                    <a:solidFill>
                      <a:srgbClr val="000000">
                        <a:alpha val="391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54610">
                        <a:lnSpc>
                          <a:spcPct val="100000"/>
                        </a:lnSpc>
                        <a:spcBef>
                          <a:spcPts val="50"/>
                        </a:spcBef>
                      </a:pPr>
                      <a:r>
                        <a:rPr dirty="0" sz="400" spc="-2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8X64</a:t>
                      </a:r>
                      <a:endParaRPr sz="400">
                        <a:latin typeface="Trebuchet MS"/>
                        <a:cs typeface="Trebuchet MS"/>
                      </a:endParaRPr>
                    </a:p>
                  </a:txBody>
                  <a:tcPr marL="0" marR="0" marB="0" marT="6350">
                    <a:lnL w="9525">
                      <a:solidFill>
                        <a:srgbClr val="F9F9F5"/>
                      </a:solidFill>
                      <a:prstDash val="solid"/>
                    </a:lnL>
                    <a:lnR w="9525">
                      <a:solidFill>
                        <a:srgbClr val="F9F9F5"/>
                      </a:solidFill>
                      <a:prstDash val="solid"/>
                    </a:lnR>
                    <a:solidFill>
                      <a:srgbClr val="000000">
                        <a:alpha val="391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57150">
                        <a:lnSpc>
                          <a:spcPct val="100000"/>
                        </a:lnSpc>
                        <a:spcBef>
                          <a:spcPts val="50"/>
                        </a:spcBef>
                      </a:pPr>
                      <a:r>
                        <a:rPr dirty="0" sz="400" spc="-2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St.</a:t>
                      </a:r>
                      <a:r>
                        <a:rPr dirty="0" sz="400" spc="-5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 </a:t>
                      </a:r>
                      <a:r>
                        <a:rPr dirty="0" sz="400" spc="-2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Louis</a:t>
                      </a:r>
                      <a:endParaRPr sz="400">
                        <a:latin typeface="Trebuchet MS"/>
                        <a:cs typeface="Trebuchet MS"/>
                      </a:endParaRPr>
                    </a:p>
                  </a:txBody>
                  <a:tcPr marL="0" marR="0" marB="0" marT="6350">
                    <a:lnL w="9525">
                      <a:solidFill>
                        <a:srgbClr val="F9F9F5"/>
                      </a:solidFill>
                      <a:prstDash val="solid"/>
                    </a:lnL>
                    <a:lnR w="9525">
                      <a:solidFill>
                        <a:srgbClr val="F9F9F5"/>
                      </a:solidFill>
                      <a:prstDash val="solid"/>
                    </a:lnR>
                    <a:solidFill>
                      <a:srgbClr val="000000">
                        <a:alpha val="391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50"/>
                        </a:spcBef>
                      </a:pPr>
                      <a:r>
                        <a:rPr dirty="0" sz="400" spc="-25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UTC</a:t>
                      </a:r>
                      <a:endParaRPr sz="400">
                        <a:latin typeface="Trebuchet MS"/>
                        <a:cs typeface="Trebuchet MS"/>
                      </a:endParaRPr>
                    </a:p>
                  </a:txBody>
                  <a:tcPr marL="0" marR="0" marB="0" marT="6350">
                    <a:lnL w="9525">
                      <a:solidFill>
                        <a:srgbClr val="F9F9F5"/>
                      </a:solidFill>
                      <a:prstDash val="solid"/>
                    </a:lnL>
                    <a:lnR w="9525">
                      <a:solidFill>
                        <a:srgbClr val="F9F9F5"/>
                      </a:solidFill>
                      <a:prstDash val="solid"/>
                    </a:lnR>
                    <a:solidFill>
                      <a:srgbClr val="000000">
                        <a:alpha val="391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53340">
                        <a:lnSpc>
                          <a:spcPct val="100000"/>
                        </a:lnSpc>
                        <a:spcBef>
                          <a:spcPts val="50"/>
                        </a:spcBef>
                      </a:pPr>
                      <a:r>
                        <a:rPr dirty="0" sz="400" spc="-1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psvral3a0088</a:t>
                      </a:r>
                      <a:endParaRPr sz="400">
                        <a:latin typeface="Trebuchet MS"/>
                        <a:cs typeface="Trebuchet MS"/>
                      </a:endParaRPr>
                    </a:p>
                  </a:txBody>
                  <a:tcPr marL="0" marR="0" marB="0" marT="6350">
                    <a:lnL w="9525">
                      <a:solidFill>
                        <a:srgbClr val="F9F9F5"/>
                      </a:solidFill>
                      <a:prstDash val="solid"/>
                    </a:lnL>
                    <a:lnR w="9525">
                      <a:solidFill>
                        <a:srgbClr val="F9F9F5"/>
                      </a:solidFill>
                      <a:prstDash val="solid"/>
                    </a:lnR>
                    <a:solidFill>
                      <a:srgbClr val="000000">
                        <a:alpha val="391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55880">
                        <a:lnSpc>
                          <a:spcPct val="100000"/>
                        </a:lnSpc>
                        <a:spcBef>
                          <a:spcPts val="50"/>
                        </a:spcBef>
                      </a:pPr>
                      <a:r>
                        <a:rPr dirty="0" sz="400" spc="-1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/apps</a:t>
                      </a:r>
                      <a:r>
                        <a:rPr dirty="0" sz="400" spc="3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 </a:t>
                      </a:r>
                      <a:r>
                        <a:rPr dirty="0" sz="400" spc="-2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200G,/esdata</a:t>
                      </a:r>
                      <a:r>
                        <a:rPr dirty="0" sz="400" spc="3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 </a:t>
                      </a:r>
                      <a:r>
                        <a:rPr dirty="0" sz="400" spc="-2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800G</a:t>
                      </a:r>
                      <a:endParaRPr sz="400">
                        <a:latin typeface="Trebuchet MS"/>
                        <a:cs typeface="Trebuchet MS"/>
                      </a:endParaRPr>
                    </a:p>
                  </a:txBody>
                  <a:tcPr marL="0" marR="0" marB="0" marT="6350">
                    <a:lnL w="9525">
                      <a:solidFill>
                        <a:srgbClr val="F9F9F5"/>
                      </a:solidFill>
                      <a:prstDash val="solid"/>
                    </a:lnL>
                    <a:lnR w="9525">
                      <a:solidFill>
                        <a:srgbClr val="F9F9F5"/>
                      </a:solidFill>
                      <a:prstDash val="solid"/>
                    </a:lnR>
                    <a:solidFill>
                      <a:srgbClr val="000000">
                        <a:alpha val="391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55244">
                        <a:lnSpc>
                          <a:spcPct val="100000"/>
                        </a:lnSpc>
                        <a:spcBef>
                          <a:spcPts val="50"/>
                        </a:spcBef>
                      </a:pPr>
                      <a:r>
                        <a:rPr dirty="0" sz="40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Elasticsearch</a:t>
                      </a:r>
                      <a:r>
                        <a:rPr dirty="0" sz="400" spc="-3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 </a:t>
                      </a:r>
                      <a:r>
                        <a:rPr dirty="0" sz="400" spc="-2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7.17</a:t>
                      </a:r>
                      <a:endParaRPr sz="400">
                        <a:latin typeface="Trebuchet MS"/>
                        <a:cs typeface="Trebuchet MS"/>
                      </a:endParaRPr>
                    </a:p>
                  </a:txBody>
                  <a:tcPr marL="0" marR="0" marB="0" marT="6350">
                    <a:lnL w="9525">
                      <a:solidFill>
                        <a:srgbClr val="F9F9F5"/>
                      </a:solidFill>
                      <a:prstDash val="solid"/>
                    </a:lnL>
                    <a:lnR w="9525">
                      <a:solidFill>
                        <a:srgbClr val="F9F9F5"/>
                      </a:solidFill>
                      <a:prstDash val="solid"/>
                    </a:lnR>
                    <a:solidFill>
                      <a:srgbClr val="000000">
                        <a:alpha val="391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400">
                        <a:latin typeface="Times New Roman"/>
                        <a:cs typeface="Times New Roman"/>
                      </a:endParaRPr>
                    </a:p>
                  </a:txBody>
                  <a:tcPr marL="0" marR="0" marB="0" marT="0">
                    <a:lnL w="9525">
                      <a:solidFill>
                        <a:srgbClr val="F9F9F5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solidFill>
                      <a:srgbClr val="000000">
                        <a:alpha val="3919"/>
                      </a:srgbClr>
                    </a:solidFill>
                  </a:tcPr>
                </a:tc>
              </a:tr>
              <a:tr h="85725">
                <a:tc>
                  <a:txBody>
                    <a:bodyPr/>
                    <a:lstStyle/>
                    <a:p>
                      <a:pPr marL="51435">
                        <a:lnSpc>
                          <a:spcPct val="100000"/>
                        </a:lnSpc>
                        <a:spcBef>
                          <a:spcPts val="50"/>
                        </a:spcBef>
                      </a:pPr>
                      <a:r>
                        <a:rPr dirty="0" sz="400" spc="-1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psvra90a0065</a:t>
                      </a:r>
                      <a:endParaRPr sz="400">
                        <a:latin typeface="Trebuchet MS"/>
                        <a:cs typeface="Trebuchet MS"/>
                      </a:endParaRPr>
                    </a:p>
                  </a:txBody>
                  <a:tcPr marL="0" marR="0" marB="0" marT="6350">
                    <a:lnL w="19050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F9F9F5"/>
                      </a:solidFill>
                      <a:prstDash val="solid"/>
                    </a:lnR>
                    <a:solidFill>
                      <a:srgbClr val="FFFFFF">
                        <a:alpha val="391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59055">
                        <a:lnSpc>
                          <a:spcPct val="100000"/>
                        </a:lnSpc>
                        <a:spcBef>
                          <a:spcPts val="50"/>
                        </a:spcBef>
                      </a:pPr>
                      <a:r>
                        <a:rPr dirty="0" sz="400" spc="-25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SIT</a:t>
                      </a:r>
                      <a:endParaRPr sz="400">
                        <a:latin typeface="Trebuchet MS"/>
                        <a:cs typeface="Trebuchet MS"/>
                      </a:endParaRPr>
                    </a:p>
                  </a:txBody>
                  <a:tcPr marL="0" marR="0" marB="0" marT="6350">
                    <a:lnL w="9525">
                      <a:solidFill>
                        <a:srgbClr val="F9F9F5"/>
                      </a:solidFill>
                      <a:prstDash val="solid"/>
                    </a:lnL>
                    <a:lnR w="9525">
                      <a:solidFill>
                        <a:srgbClr val="F9F9F5"/>
                      </a:solidFill>
                      <a:prstDash val="solid"/>
                    </a:lnR>
                    <a:solidFill>
                      <a:srgbClr val="FFFFFF">
                        <a:alpha val="391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52069">
                        <a:lnSpc>
                          <a:spcPct val="100000"/>
                        </a:lnSpc>
                        <a:spcBef>
                          <a:spcPts val="50"/>
                        </a:spcBef>
                      </a:pPr>
                      <a:r>
                        <a:rPr dirty="0" sz="400" spc="-1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Elastic</a:t>
                      </a:r>
                      <a:r>
                        <a:rPr dirty="0" sz="400" spc="15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 </a:t>
                      </a:r>
                      <a:r>
                        <a:rPr dirty="0" sz="400" spc="-25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Hot</a:t>
                      </a:r>
                      <a:endParaRPr sz="400">
                        <a:latin typeface="Trebuchet MS"/>
                        <a:cs typeface="Trebuchet MS"/>
                      </a:endParaRPr>
                    </a:p>
                  </a:txBody>
                  <a:tcPr marL="0" marR="0" marB="0" marT="6350">
                    <a:lnL w="9525">
                      <a:solidFill>
                        <a:srgbClr val="F9F9F5"/>
                      </a:solidFill>
                      <a:prstDash val="solid"/>
                    </a:lnL>
                    <a:lnR w="9525">
                      <a:solidFill>
                        <a:srgbClr val="F9F9F5"/>
                      </a:solidFill>
                      <a:prstDash val="solid"/>
                    </a:lnR>
                    <a:solidFill>
                      <a:srgbClr val="FFFFFF">
                        <a:alpha val="391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54610">
                        <a:lnSpc>
                          <a:spcPct val="100000"/>
                        </a:lnSpc>
                        <a:spcBef>
                          <a:spcPts val="50"/>
                        </a:spcBef>
                      </a:pPr>
                      <a:r>
                        <a:rPr dirty="0" sz="400" spc="-2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8X64</a:t>
                      </a:r>
                      <a:endParaRPr sz="400">
                        <a:latin typeface="Trebuchet MS"/>
                        <a:cs typeface="Trebuchet MS"/>
                      </a:endParaRPr>
                    </a:p>
                  </a:txBody>
                  <a:tcPr marL="0" marR="0" marB="0" marT="6350">
                    <a:lnL w="9525">
                      <a:solidFill>
                        <a:srgbClr val="F9F9F5"/>
                      </a:solidFill>
                      <a:prstDash val="solid"/>
                    </a:lnL>
                    <a:lnR w="9525">
                      <a:solidFill>
                        <a:srgbClr val="F9F9F5"/>
                      </a:solidFill>
                      <a:prstDash val="solid"/>
                    </a:lnR>
                    <a:solidFill>
                      <a:srgbClr val="FFFFFF">
                        <a:alpha val="391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57785">
                        <a:lnSpc>
                          <a:spcPct val="100000"/>
                        </a:lnSpc>
                        <a:spcBef>
                          <a:spcPts val="50"/>
                        </a:spcBef>
                      </a:pPr>
                      <a:r>
                        <a:rPr dirty="0" sz="400" spc="-2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St.</a:t>
                      </a:r>
                      <a:r>
                        <a:rPr dirty="0" sz="400" spc="-5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 </a:t>
                      </a:r>
                      <a:r>
                        <a:rPr dirty="0" sz="400" spc="-2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Louis</a:t>
                      </a:r>
                      <a:endParaRPr sz="400">
                        <a:latin typeface="Trebuchet MS"/>
                        <a:cs typeface="Trebuchet MS"/>
                      </a:endParaRPr>
                    </a:p>
                  </a:txBody>
                  <a:tcPr marL="0" marR="0" marB="0" marT="6350">
                    <a:lnL w="9525">
                      <a:solidFill>
                        <a:srgbClr val="F9F9F5"/>
                      </a:solidFill>
                      <a:prstDash val="solid"/>
                    </a:lnL>
                    <a:lnR w="9525">
                      <a:solidFill>
                        <a:srgbClr val="F9F9F5"/>
                      </a:solidFill>
                      <a:prstDash val="solid"/>
                    </a:lnR>
                    <a:solidFill>
                      <a:srgbClr val="FFFFFF">
                        <a:alpha val="391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50"/>
                        </a:spcBef>
                      </a:pPr>
                      <a:r>
                        <a:rPr dirty="0" sz="400" spc="-25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UTC</a:t>
                      </a:r>
                      <a:endParaRPr sz="400">
                        <a:latin typeface="Trebuchet MS"/>
                        <a:cs typeface="Trebuchet MS"/>
                      </a:endParaRPr>
                    </a:p>
                  </a:txBody>
                  <a:tcPr marL="0" marR="0" marB="0" marT="6350">
                    <a:lnL w="9525">
                      <a:solidFill>
                        <a:srgbClr val="F9F9F5"/>
                      </a:solidFill>
                      <a:prstDash val="solid"/>
                    </a:lnL>
                    <a:lnR w="9525">
                      <a:solidFill>
                        <a:srgbClr val="F9F9F5"/>
                      </a:solidFill>
                      <a:prstDash val="solid"/>
                    </a:lnR>
                    <a:solidFill>
                      <a:srgbClr val="FFFFFF">
                        <a:alpha val="391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53340">
                        <a:lnSpc>
                          <a:spcPct val="100000"/>
                        </a:lnSpc>
                        <a:spcBef>
                          <a:spcPts val="50"/>
                        </a:spcBef>
                      </a:pPr>
                      <a:r>
                        <a:rPr dirty="0" sz="400" spc="-1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psvra14a0088</a:t>
                      </a:r>
                      <a:endParaRPr sz="400">
                        <a:latin typeface="Trebuchet MS"/>
                        <a:cs typeface="Trebuchet MS"/>
                      </a:endParaRPr>
                    </a:p>
                  </a:txBody>
                  <a:tcPr marL="0" marR="0" marB="0" marT="6350">
                    <a:lnL w="9525">
                      <a:solidFill>
                        <a:srgbClr val="F9F9F5"/>
                      </a:solidFill>
                      <a:prstDash val="solid"/>
                    </a:lnL>
                    <a:lnR w="9525">
                      <a:solidFill>
                        <a:srgbClr val="F9F9F5"/>
                      </a:solidFill>
                      <a:prstDash val="solid"/>
                    </a:lnR>
                    <a:solidFill>
                      <a:srgbClr val="FFFFFF">
                        <a:alpha val="391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55880">
                        <a:lnSpc>
                          <a:spcPct val="100000"/>
                        </a:lnSpc>
                        <a:spcBef>
                          <a:spcPts val="50"/>
                        </a:spcBef>
                      </a:pPr>
                      <a:r>
                        <a:rPr dirty="0" sz="400" spc="-1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/apps</a:t>
                      </a:r>
                      <a:r>
                        <a:rPr dirty="0" sz="400" spc="3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 </a:t>
                      </a:r>
                      <a:r>
                        <a:rPr dirty="0" sz="400" spc="-2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200G,/esdata</a:t>
                      </a:r>
                      <a:r>
                        <a:rPr dirty="0" sz="400" spc="3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 </a:t>
                      </a:r>
                      <a:r>
                        <a:rPr dirty="0" sz="400" spc="-2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800G</a:t>
                      </a:r>
                      <a:endParaRPr sz="400">
                        <a:latin typeface="Trebuchet MS"/>
                        <a:cs typeface="Trebuchet MS"/>
                      </a:endParaRPr>
                    </a:p>
                  </a:txBody>
                  <a:tcPr marL="0" marR="0" marB="0" marT="6350">
                    <a:lnL w="9525">
                      <a:solidFill>
                        <a:srgbClr val="F9F9F5"/>
                      </a:solidFill>
                      <a:prstDash val="solid"/>
                    </a:lnL>
                    <a:lnR w="9525">
                      <a:solidFill>
                        <a:srgbClr val="F9F9F5"/>
                      </a:solidFill>
                      <a:prstDash val="solid"/>
                    </a:lnR>
                    <a:solidFill>
                      <a:srgbClr val="FFFFFF">
                        <a:alpha val="391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55244">
                        <a:lnSpc>
                          <a:spcPct val="100000"/>
                        </a:lnSpc>
                        <a:spcBef>
                          <a:spcPts val="50"/>
                        </a:spcBef>
                      </a:pPr>
                      <a:r>
                        <a:rPr dirty="0" sz="40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Elasticsearch</a:t>
                      </a:r>
                      <a:r>
                        <a:rPr dirty="0" sz="400" spc="-3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 </a:t>
                      </a:r>
                      <a:r>
                        <a:rPr dirty="0" sz="400" spc="-2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7.17</a:t>
                      </a:r>
                      <a:endParaRPr sz="400">
                        <a:latin typeface="Trebuchet MS"/>
                        <a:cs typeface="Trebuchet MS"/>
                      </a:endParaRPr>
                    </a:p>
                  </a:txBody>
                  <a:tcPr marL="0" marR="0" marB="0" marT="6350">
                    <a:lnL w="9525">
                      <a:solidFill>
                        <a:srgbClr val="F9F9F5"/>
                      </a:solidFill>
                      <a:prstDash val="solid"/>
                    </a:lnL>
                    <a:lnR w="9525">
                      <a:solidFill>
                        <a:srgbClr val="F9F9F5"/>
                      </a:solidFill>
                      <a:prstDash val="solid"/>
                    </a:lnR>
                    <a:solidFill>
                      <a:srgbClr val="FFFFFF">
                        <a:alpha val="391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400">
                        <a:latin typeface="Times New Roman"/>
                        <a:cs typeface="Times New Roman"/>
                      </a:endParaRPr>
                    </a:p>
                  </a:txBody>
                  <a:tcPr marL="0" marR="0" marB="0" marT="0">
                    <a:lnL w="9525">
                      <a:solidFill>
                        <a:srgbClr val="F9F9F5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solidFill>
                      <a:srgbClr val="FFFFFF">
                        <a:alpha val="3919"/>
                      </a:srgbClr>
                    </a:solidFill>
                  </a:tcPr>
                </a:tc>
              </a:tr>
              <a:tr h="95250">
                <a:tc>
                  <a:txBody>
                    <a:bodyPr/>
                    <a:lstStyle/>
                    <a:p>
                      <a:pPr marL="51435">
                        <a:lnSpc>
                          <a:spcPct val="100000"/>
                        </a:lnSpc>
                        <a:spcBef>
                          <a:spcPts val="50"/>
                        </a:spcBef>
                      </a:pPr>
                      <a:r>
                        <a:rPr dirty="0" sz="400" spc="-1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psvra97a0065</a:t>
                      </a:r>
                      <a:endParaRPr sz="400">
                        <a:latin typeface="Trebuchet MS"/>
                        <a:cs typeface="Trebuchet MS"/>
                      </a:endParaRPr>
                    </a:p>
                  </a:txBody>
                  <a:tcPr marL="0" marR="0" marB="0" marT="6350">
                    <a:lnL w="19050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F9F9F5"/>
                      </a:solidFill>
                      <a:prstDash val="solid"/>
                    </a:lnR>
                    <a:solidFill>
                      <a:srgbClr val="000000">
                        <a:alpha val="391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59055">
                        <a:lnSpc>
                          <a:spcPct val="100000"/>
                        </a:lnSpc>
                        <a:spcBef>
                          <a:spcPts val="50"/>
                        </a:spcBef>
                      </a:pPr>
                      <a:r>
                        <a:rPr dirty="0" sz="400" spc="-25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SIT</a:t>
                      </a:r>
                      <a:endParaRPr sz="400">
                        <a:latin typeface="Trebuchet MS"/>
                        <a:cs typeface="Trebuchet MS"/>
                      </a:endParaRPr>
                    </a:p>
                  </a:txBody>
                  <a:tcPr marL="0" marR="0" marB="0" marT="6350">
                    <a:lnL w="9525">
                      <a:solidFill>
                        <a:srgbClr val="F9F9F5"/>
                      </a:solidFill>
                      <a:prstDash val="solid"/>
                    </a:lnL>
                    <a:lnR w="9525">
                      <a:solidFill>
                        <a:srgbClr val="F9F9F5"/>
                      </a:solidFill>
                      <a:prstDash val="solid"/>
                    </a:lnR>
                    <a:solidFill>
                      <a:srgbClr val="000000">
                        <a:alpha val="391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52069">
                        <a:lnSpc>
                          <a:spcPct val="100000"/>
                        </a:lnSpc>
                        <a:spcBef>
                          <a:spcPts val="50"/>
                        </a:spcBef>
                      </a:pPr>
                      <a:r>
                        <a:rPr dirty="0" sz="400" spc="-1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Kibana</a:t>
                      </a:r>
                      <a:endParaRPr sz="400">
                        <a:latin typeface="Trebuchet MS"/>
                        <a:cs typeface="Trebuchet MS"/>
                      </a:endParaRPr>
                    </a:p>
                  </a:txBody>
                  <a:tcPr marL="0" marR="0" marB="0" marT="6350">
                    <a:lnL w="9525">
                      <a:solidFill>
                        <a:srgbClr val="F9F9F5"/>
                      </a:solidFill>
                      <a:prstDash val="solid"/>
                    </a:lnL>
                    <a:lnR w="9525">
                      <a:solidFill>
                        <a:srgbClr val="F9F9F5"/>
                      </a:solidFill>
                      <a:prstDash val="solid"/>
                    </a:lnR>
                    <a:solidFill>
                      <a:srgbClr val="000000">
                        <a:alpha val="391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54610">
                        <a:lnSpc>
                          <a:spcPct val="100000"/>
                        </a:lnSpc>
                        <a:spcBef>
                          <a:spcPts val="50"/>
                        </a:spcBef>
                      </a:pPr>
                      <a:r>
                        <a:rPr dirty="0" sz="400" spc="-2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8X32</a:t>
                      </a:r>
                      <a:endParaRPr sz="400">
                        <a:latin typeface="Trebuchet MS"/>
                        <a:cs typeface="Trebuchet MS"/>
                      </a:endParaRPr>
                    </a:p>
                  </a:txBody>
                  <a:tcPr marL="0" marR="0" marB="0" marT="6350">
                    <a:lnL w="9525">
                      <a:solidFill>
                        <a:srgbClr val="F9F9F5"/>
                      </a:solidFill>
                      <a:prstDash val="solid"/>
                    </a:lnL>
                    <a:lnR w="9525">
                      <a:solidFill>
                        <a:srgbClr val="F9F9F5"/>
                      </a:solidFill>
                      <a:prstDash val="solid"/>
                    </a:lnR>
                    <a:solidFill>
                      <a:srgbClr val="000000">
                        <a:alpha val="391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57785">
                        <a:lnSpc>
                          <a:spcPct val="100000"/>
                        </a:lnSpc>
                        <a:spcBef>
                          <a:spcPts val="50"/>
                        </a:spcBef>
                      </a:pPr>
                      <a:r>
                        <a:rPr dirty="0" sz="400" spc="-2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St.</a:t>
                      </a:r>
                      <a:r>
                        <a:rPr dirty="0" sz="400" spc="-5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 </a:t>
                      </a:r>
                      <a:r>
                        <a:rPr dirty="0" sz="400" spc="-2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Louis</a:t>
                      </a:r>
                      <a:endParaRPr sz="400">
                        <a:latin typeface="Trebuchet MS"/>
                        <a:cs typeface="Trebuchet MS"/>
                      </a:endParaRPr>
                    </a:p>
                  </a:txBody>
                  <a:tcPr marL="0" marR="0" marB="0" marT="6350">
                    <a:lnL w="9525">
                      <a:solidFill>
                        <a:srgbClr val="F9F9F5"/>
                      </a:solidFill>
                      <a:prstDash val="solid"/>
                    </a:lnL>
                    <a:lnR w="9525">
                      <a:solidFill>
                        <a:srgbClr val="F9F9F5"/>
                      </a:solidFill>
                      <a:prstDash val="solid"/>
                    </a:lnR>
                    <a:solidFill>
                      <a:srgbClr val="000000">
                        <a:alpha val="391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50"/>
                        </a:spcBef>
                      </a:pPr>
                      <a:r>
                        <a:rPr dirty="0" sz="400" spc="-25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UTC</a:t>
                      </a:r>
                      <a:endParaRPr sz="400">
                        <a:latin typeface="Trebuchet MS"/>
                        <a:cs typeface="Trebuchet MS"/>
                      </a:endParaRPr>
                    </a:p>
                  </a:txBody>
                  <a:tcPr marL="0" marR="0" marB="0" marT="6350">
                    <a:lnL w="9525">
                      <a:solidFill>
                        <a:srgbClr val="F9F9F5"/>
                      </a:solidFill>
                      <a:prstDash val="solid"/>
                    </a:lnL>
                    <a:lnR w="9525">
                      <a:solidFill>
                        <a:srgbClr val="F9F9F5"/>
                      </a:solidFill>
                      <a:prstDash val="solid"/>
                    </a:lnR>
                    <a:solidFill>
                      <a:srgbClr val="000000">
                        <a:alpha val="391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53340">
                        <a:lnSpc>
                          <a:spcPct val="100000"/>
                        </a:lnSpc>
                        <a:spcBef>
                          <a:spcPts val="50"/>
                        </a:spcBef>
                      </a:pPr>
                      <a:r>
                        <a:rPr dirty="0" sz="400" spc="-1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psvra61a0088</a:t>
                      </a:r>
                      <a:endParaRPr sz="400">
                        <a:latin typeface="Trebuchet MS"/>
                        <a:cs typeface="Trebuchet MS"/>
                      </a:endParaRPr>
                    </a:p>
                  </a:txBody>
                  <a:tcPr marL="0" marR="0" marB="0" marT="6350">
                    <a:lnL w="9525">
                      <a:solidFill>
                        <a:srgbClr val="F9F9F5"/>
                      </a:solidFill>
                      <a:prstDash val="solid"/>
                    </a:lnL>
                    <a:lnR w="9525">
                      <a:solidFill>
                        <a:srgbClr val="F9F9F5"/>
                      </a:solidFill>
                      <a:prstDash val="solid"/>
                    </a:lnR>
                    <a:solidFill>
                      <a:srgbClr val="000000">
                        <a:alpha val="391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55880">
                        <a:lnSpc>
                          <a:spcPct val="100000"/>
                        </a:lnSpc>
                        <a:spcBef>
                          <a:spcPts val="50"/>
                        </a:spcBef>
                      </a:pPr>
                      <a:r>
                        <a:rPr dirty="0" sz="400" spc="-1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/apps</a:t>
                      </a:r>
                      <a:r>
                        <a:rPr dirty="0" sz="400" spc="-15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 </a:t>
                      </a:r>
                      <a:r>
                        <a:rPr dirty="0" sz="400" spc="-1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2006,/apps </a:t>
                      </a:r>
                      <a:r>
                        <a:rPr dirty="0" sz="400" spc="-2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200G</a:t>
                      </a:r>
                      <a:endParaRPr sz="400">
                        <a:latin typeface="Trebuchet MS"/>
                        <a:cs typeface="Trebuchet MS"/>
                      </a:endParaRPr>
                    </a:p>
                  </a:txBody>
                  <a:tcPr marL="0" marR="0" marB="0" marT="6350">
                    <a:lnL w="9525">
                      <a:solidFill>
                        <a:srgbClr val="F9F9F5"/>
                      </a:solidFill>
                      <a:prstDash val="solid"/>
                    </a:lnL>
                    <a:lnR w="9525">
                      <a:solidFill>
                        <a:srgbClr val="F9F9F5"/>
                      </a:solidFill>
                      <a:prstDash val="solid"/>
                    </a:lnR>
                    <a:solidFill>
                      <a:srgbClr val="000000">
                        <a:alpha val="391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55244">
                        <a:lnSpc>
                          <a:spcPct val="100000"/>
                        </a:lnSpc>
                        <a:spcBef>
                          <a:spcPts val="50"/>
                        </a:spcBef>
                      </a:pPr>
                      <a:r>
                        <a:rPr dirty="0" sz="400" spc="-1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Elasticsearch</a:t>
                      </a:r>
                      <a:r>
                        <a:rPr dirty="0" sz="400" spc="55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 </a:t>
                      </a:r>
                      <a:r>
                        <a:rPr dirty="0" sz="400" spc="-1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Kibana</a:t>
                      </a:r>
                      <a:r>
                        <a:rPr dirty="0" sz="400" spc="55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 </a:t>
                      </a:r>
                      <a:r>
                        <a:rPr dirty="0" sz="400" spc="-1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Instance</a:t>
                      </a:r>
                      <a:endParaRPr sz="400">
                        <a:latin typeface="Trebuchet MS"/>
                        <a:cs typeface="Trebuchet MS"/>
                      </a:endParaRPr>
                    </a:p>
                  </a:txBody>
                  <a:tcPr marL="0" marR="0" marB="0" marT="6350">
                    <a:lnL w="9525">
                      <a:solidFill>
                        <a:srgbClr val="F9F9F5"/>
                      </a:solidFill>
                      <a:prstDash val="solid"/>
                    </a:lnL>
                    <a:lnR w="9525">
                      <a:solidFill>
                        <a:srgbClr val="F9F9F5"/>
                      </a:solidFill>
                      <a:prstDash val="solid"/>
                    </a:lnR>
                    <a:solidFill>
                      <a:srgbClr val="000000">
                        <a:alpha val="391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400">
                        <a:latin typeface="Times New Roman"/>
                        <a:cs typeface="Times New Roman"/>
                      </a:endParaRPr>
                    </a:p>
                  </a:txBody>
                  <a:tcPr marL="0" marR="0" marB="0" marT="0">
                    <a:lnL w="9525">
                      <a:solidFill>
                        <a:srgbClr val="F9F9F5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solidFill>
                      <a:srgbClr val="000000">
                        <a:alpha val="3919"/>
                      </a:srgbClr>
                    </a:solidFill>
                  </a:tcPr>
                </a:tc>
              </a:tr>
              <a:tr h="85725">
                <a:tc>
                  <a:txBody>
                    <a:bodyPr/>
                    <a:lstStyle/>
                    <a:p>
                      <a:pPr marL="51435">
                        <a:lnSpc>
                          <a:spcPct val="100000"/>
                        </a:lnSpc>
                        <a:spcBef>
                          <a:spcPts val="50"/>
                        </a:spcBef>
                      </a:pPr>
                      <a:r>
                        <a:rPr dirty="0" sz="400" spc="-1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ppvra53a0195</a:t>
                      </a:r>
                      <a:endParaRPr sz="400">
                        <a:latin typeface="Trebuchet MS"/>
                        <a:cs typeface="Trebuchet MS"/>
                      </a:endParaRPr>
                    </a:p>
                  </a:txBody>
                  <a:tcPr marL="0" marR="0" marB="0" marT="6350">
                    <a:lnL w="19050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F9F9F5"/>
                      </a:solidFill>
                      <a:prstDash val="solid"/>
                    </a:lnR>
                    <a:solidFill>
                      <a:srgbClr val="FFFFFF">
                        <a:alpha val="391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59055">
                        <a:lnSpc>
                          <a:spcPct val="100000"/>
                        </a:lnSpc>
                        <a:spcBef>
                          <a:spcPts val="50"/>
                        </a:spcBef>
                      </a:pPr>
                      <a:r>
                        <a:rPr dirty="0" sz="400" spc="-2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Prod</a:t>
                      </a:r>
                      <a:endParaRPr sz="400">
                        <a:latin typeface="Trebuchet MS"/>
                        <a:cs typeface="Trebuchet MS"/>
                      </a:endParaRPr>
                    </a:p>
                  </a:txBody>
                  <a:tcPr marL="0" marR="0" marB="0" marT="6350">
                    <a:lnL w="9525">
                      <a:solidFill>
                        <a:srgbClr val="F9F9F5"/>
                      </a:solidFill>
                      <a:prstDash val="solid"/>
                    </a:lnL>
                    <a:lnR w="9525">
                      <a:solidFill>
                        <a:srgbClr val="F9F9F5"/>
                      </a:solidFill>
                      <a:prstDash val="solid"/>
                    </a:lnR>
                    <a:solidFill>
                      <a:srgbClr val="FFFFFF">
                        <a:alpha val="391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52069">
                        <a:lnSpc>
                          <a:spcPct val="100000"/>
                        </a:lnSpc>
                        <a:spcBef>
                          <a:spcPts val="50"/>
                        </a:spcBef>
                      </a:pPr>
                      <a:r>
                        <a:rPr dirty="0" sz="400" spc="-1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Garuda Master</a:t>
                      </a:r>
                      <a:endParaRPr sz="400">
                        <a:latin typeface="Trebuchet MS"/>
                        <a:cs typeface="Trebuchet MS"/>
                      </a:endParaRPr>
                    </a:p>
                  </a:txBody>
                  <a:tcPr marL="0" marR="0" marB="0" marT="6350">
                    <a:lnL w="9525">
                      <a:solidFill>
                        <a:srgbClr val="F9F9F5"/>
                      </a:solidFill>
                      <a:prstDash val="solid"/>
                    </a:lnL>
                    <a:lnR w="9525">
                      <a:solidFill>
                        <a:srgbClr val="F9F9F5"/>
                      </a:solidFill>
                      <a:prstDash val="solid"/>
                    </a:lnR>
                    <a:solidFill>
                      <a:srgbClr val="FFFFFF">
                        <a:alpha val="391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54610">
                        <a:lnSpc>
                          <a:spcPct val="100000"/>
                        </a:lnSpc>
                        <a:spcBef>
                          <a:spcPts val="50"/>
                        </a:spcBef>
                      </a:pPr>
                      <a:r>
                        <a:rPr dirty="0" sz="400" spc="-2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BX64</a:t>
                      </a:r>
                      <a:endParaRPr sz="400">
                        <a:latin typeface="Trebuchet MS"/>
                        <a:cs typeface="Trebuchet MS"/>
                      </a:endParaRPr>
                    </a:p>
                  </a:txBody>
                  <a:tcPr marL="0" marR="0" marB="0" marT="6350">
                    <a:lnL w="9525">
                      <a:solidFill>
                        <a:srgbClr val="F9F9F5"/>
                      </a:solidFill>
                      <a:prstDash val="solid"/>
                    </a:lnL>
                    <a:lnR w="9525">
                      <a:solidFill>
                        <a:srgbClr val="F9F9F5"/>
                      </a:solidFill>
                      <a:prstDash val="solid"/>
                    </a:lnR>
                    <a:solidFill>
                      <a:srgbClr val="FFFFFF">
                        <a:alpha val="391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57785">
                        <a:lnSpc>
                          <a:spcPct val="100000"/>
                        </a:lnSpc>
                        <a:spcBef>
                          <a:spcPts val="50"/>
                        </a:spcBef>
                      </a:pPr>
                      <a:r>
                        <a:rPr dirty="0" sz="400" spc="-1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ShoreView</a:t>
                      </a:r>
                      <a:endParaRPr sz="400">
                        <a:latin typeface="Trebuchet MS"/>
                        <a:cs typeface="Trebuchet MS"/>
                      </a:endParaRPr>
                    </a:p>
                  </a:txBody>
                  <a:tcPr marL="0" marR="0" marB="0" marT="6350">
                    <a:lnL w="9525">
                      <a:solidFill>
                        <a:srgbClr val="F9F9F5"/>
                      </a:solidFill>
                      <a:prstDash val="solid"/>
                    </a:lnL>
                    <a:lnR w="9525">
                      <a:solidFill>
                        <a:srgbClr val="F9F9F5"/>
                      </a:solidFill>
                      <a:prstDash val="solid"/>
                    </a:lnR>
                    <a:solidFill>
                      <a:srgbClr val="FFFFFF">
                        <a:alpha val="391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50"/>
                        </a:spcBef>
                      </a:pPr>
                      <a:r>
                        <a:rPr dirty="0" sz="400" spc="-25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UTC</a:t>
                      </a:r>
                      <a:endParaRPr sz="400">
                        <a:latin typeface="Trebuchet MS"/>
                        <a:cs typeface="Trebuchet MS"/>
                      </a:endParaRPr>
                    </a:p>
                  </a:txBody>
                  <a:tcPr marL="0" marR="0" marB="0" marT="6350">
                    <a:lnL w="9525">
                      <a:solidFill>
                        <a:srgbClr val="F9F9F5"/>
                      </a:solidFill>
                      <a:prstDash val="solid"/>
                    </a:lnL>
                    <a:lnR w="9525">
                      <a:solidFill>
                        <a:srgbClr val="F9F9F5"/>
                      </a:solidFill>
                      <a:prstDash val="solid"/>
                    </a:lnR>
                    <a:solidFill>
                      <a:srgbClr val="FFFFFF">
                        <a:alpha val="391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53340">
                        <a:lnSpc>
                          <a:spcPct val="100000"/>
                        </a:lnSpc>
                        <a:spcBef>
                          <a:spcPts val="50"/>
                        </a:spcBef>
                      </a:pPr>
                      <a:r>
                        <a:rPr dirty="0" sz="400" spc="-1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ppvra01a0089</a:t>
                      </a:r>
                      <a:endParaRPr sz="400">
                        <a:latin typeface="Trebuchet MS"/>
                        <a:cs typeface="Trebuchet MS"/>
                      </a:endParaRPr>
                    </a:p>
                  </a:txBody>
                  <a:tcPr marL="0" marR="0" marB="0" marT="6350">
                    <a:lnL w="9525">
                      <a:solidFill>
                        <a:srgbClr val="F9F9F5"/>
                      </a:solidFill>
                      <a:prstDash val="solid"/>
                    </a:lnL>
                    <a:lnR w="9525">
                      <a:solidFill>
                        <a:srgbClr val="F9F9F5"/>
                      </a:solidFill>
                      <a:prstDash val="solid"/>
                    </a:lnR>
                    <a:solidFill>
                      <a:srgbClr val="FFFFFF">
                        <a:alpha val="391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55880">
                        <a:lnSpc>
                          <a:spcPct val="100000"/>
                        </a:lnSpc>
                        <a:spcBef>
                          <a:spcPts val="50"/>
                        </a:spcBef>
                      </a:pPr>
                      <a:r>
                        <a:rPr dirty="0" sz="400" spc="-1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/apps</a:t>
                      </a:r>
                      <a:r>
                        <a:rPr dirty="0" sz="400" spc="3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 </a:t>
                      </a:r>
                      <a:r>
                        <a:rPr dirty="0" sz="400" spc="-2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100G,/esdata</a:t>
                      </a:r>
                      <a:r>
                        <a:rPr dirty="0" sz="400" spc="3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 </a:t>
                      </a:r>
                      <a:r>
                        <a:rPr dirty="0" sz="400" spc="-2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100G</a:t>
                      </a:r>
                      <a:endParaRPr sz="400">
                        <a:latin typeface="Trebuchet MS"/>
                        <a:cs typeface="Trebuchet MS"/>
                      </a:endParaRPr>
                    </a:p>
                  </a:txBody>
                  <a:tcPr marL="0" marR="0" marB="0" marT="6350">
                    <a:lnL w="9525">
                      <a:solidFill>
                        <a:srgbClr val="F9F9F5"/>
                      </a:solidFill>
                      <a:prstDash val="solid"/>
                    </a:lnL>
                    <a:lnR w="9525">
                      <a:solidFill>
                        <a:srgbClr val="F9F9F5"/>
                      </a:solidFill>
                      <a:prstDash val="solid"/>
                    </a:lnR>
                    <a:solidFill>
                      <a:srgbClr val="FFFFFF">
                        <a:alpha val="391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55244">
                        <a:lnSpc>
                          <a:spcPct val="100000"/>
                        </a:lnSpc>
                        <a:spcBef>
                          <a:spcPts val="50"/>
                        </a:spcBef>
                      </a:pPr>
                      <a:r>
                        <a:rPr dirty="0" sz="40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Elasticsearch</a:t>
                      </a:r>
                      <a:r>
                        <a:rPr dirty="0" sz="400" spc="-3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 </a:t>
                      </a:r>
                      <a:r>
                        <a:rPr dirty="0" sz="400" spc="-2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7.17</a:t>
                      </a:r>
                      <a:endParaRPr sz="400">
                        <a:latin typeface="Trebuchet MS"/>
                        <a:cs typeface="Trebuchet MS"/>
                      </a:endParaRPr>
                    </a:p>
                  </a:txBody>
                  <a:tcPr marL="0" marR="0" marB="0" marT="6350">
                    <a:lnL w="9525">
                      <a:solidFill>
                        <a:srgbClr val="F9F9F5"/>
                      </a:solidFill>
                      <a:prstDash val="solid"/>
                    </a:lnL>
                    <a:lnR w="9525">
                      <a:solidFill>
                        <a:srgbClr val="F9F9F5"/>
                      </a:solidFill>
                      <a:prstDash val="solid"/>
                    </a:lnR>
                    <a:solidFill>
                      <a:srgbClr val="FFFFFF">
                        <a:alpha val="391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400">
                        <a:latin typeface="Times New Roman"/>
                        <a:cs typeface="Times New Roman"/>
                      </a:endParaRPr>
                    </a:p>
                  </a:txBody>
                  <a:tcPr marL="0" marR="0" marB="0" marT="0">
                    <a:lnL w="9525">
                      <a:solidFill>
                        <a:srgbClr val="F9F9F5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solidFill>
                      <a:srgbClr val="FFFFFF">
                        <a:alpha val="3919"/>
                      </a:srgbClr>
                    </a:solidFill>
                  </a:tcPr>
                </a:tc>
              </a:tr>
              <a:tr h="85725">
                <a:tc>
                  <a:txBody>
                    <a:bodyPr/>
                    <a:lstStyle/>
                    <a:p>
                      <a:pPr marL="51435">
                        <a:lnSpc>
                          <a:spcPct val="100000"/>
                        </a:lnSpc>
                        <a:spcBef>
                          <a:spcPts val="50"/>
                        </a:spcBef>
                      </a:pPr>
                      <a:r>
                        <a:rPr dirty="0" sz="400" spc="-1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ppvra54a0195</a:t>
                      </a:r>
                      <a:endParaRPr sz="400">
                        <a:latin typeface="Trebuchet MS"/>
                        <a:cs typeface="Trebuchet MS"/>
                      </a:endParaRPr>
                    </a:p>
                  </a:txBody>
                  <a:tcPr marL="0" marR="0" marB="0" marT="6350">
                    <a:lnL w="19050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F9F9F5"/>
                      </a:solidFill>
                      <a:prstDash val="solid"/>
                    </a:lnR>
                    <a:solidFill>
                      <a:srgbClr val="000000">
                        <a:alpha val="391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59055">
                        <a:lnSpc>
                          <a:spcPct val="100000"/>
                        </a:lnSpc>
                        <a:spcBef>
                          <a:spcPts val="50"/>
                        </a:spcBef>
                      </a:pPr>
                      <a:r>
                        <a:rPr dirty="0" sz="400" spc="-2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Prod</a:t>
                      </a:r>
                      <a:endParaRPr sz="400">
                        <a:latin typeface="Trebuchet MS"/>
                        <a:cs typeface="Trebuchet MS"/>
                      </a:endParaRPr>
                    </a:p>
                  </a:txBody>
                  <a:tcPr marL="0" marR="0" marB="0" marT="6350">
                    <a:lnL w="9525">
                      <a:solidFill>
                        <a:srgbClr val="F9F9F5"/>
                      </a:solidFill>
                      <a:prstDash val="solid"/>
                    </a:lnL>
                    <a:lnR w="9525">
                      <a:solidFill>
                        <a:srgbClr val="F9F9F5"/>
                      </a:solidFill>
                      <a:prstDash val="solid"/>
                    </a:lnR>
                    <a:solidFill>
                      <a:srgbClr val="000000">
                        <a:alpha val="391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52069">
                        <a:lnSpc>
                          <a:spcPct val="100000"/>
                        </a:lnSpc>
                        <a:spcBef>
                          <a:spcPts val="50"/>
                        </a:spcBef>
                      </a:pPr>
                      <a:r>
                        <a:rPr dirty="0" sz="400" spc="-1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Garuda Master</a:t>
                      </a:r>
                      <a:endParaRPr sz="400">
                        <a:latin typeface="Trebuchet MS"/>
                        <a:cs typeface="Trebuchet MS"/>
                      </a:endParaRPr>
                    </a:p>
                  </a:txBody>
                  <a:tcPr marL="0" marR="0" marB="0" marT="6350">
                    <a:lnL w="9525">
                      <a:solidFill>
                        <a:srgbClr val="F9F9F5"/>
                      </a:solidFill>
                      <a:prstDash val="solid"/>
                    </a:lnL>
                    <a:lnR w="9525">
                      <a:solidFill>
                        <a:srgbClr val="F9F9F5"/>
                      </a:solidFill>
                      <a:prstDash val="solid"/>
                    </a:lnR>
                    <a:solidFill>
                      <a:srgbClr val="000000">
                        <a:alpha val="391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54610">
                        <a:lnSpc>
                          <a:spcPct val="100000"/>
                        </a:lnSpc>
                        <a:spcBef>
                          <a:spcPts val="50"/>
                        </a:spcBef>
                      </a:pPr>
                      <a:r>
                        <a:rPr dirty="0" sz="400" spc="-2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8X64</a:t>
                      </a:r>
                      <a:endParaRPr sz="400">
                        <a:latin typeface="Trebuchet MS"/>
                        <a:cs typeface="Trebuchet MS"/>
                      </a:endParaRPr>
                    </a:p>
                  </a:txBody>
                  <a:tcPr marL="0" marR="0" marB="0" marT="6350">
                    <a:lnL w="9525">
                      <a:solidFill>
                        <a:srgbClr val="F9F9F5"/>
                      </a:solidFill>
                      <a:prstDash val="solid"/>
                    </a:lnL>
                    <a:lnR w="9525">
                      <a:solidFill>
                        <a:srgbClr val="F9F9F5"/>
                      </a:solidFill>
                      <a:prstDash val="solid"/>
                    </a:lnR>
                    <a:solidFill>
                      <a:srgbClr val="000000">
                        <a:alpha val="391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57785">
                        <a:lnSpc>
                          <a:spcPct val="100000"/>
                        </a:lnSpc>
                        <a:spcBef>
                          <a:spcPts val="50"/>
                        </a:spcBef>
                      </a:pPr>
                      <a:r>
                        <a:rPr dirty="0" sz="400" spc="-1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ShoreView</a:t>
                      </a:r>
                      <a:endParaRPr sz="400">
                        <a:latin typeface="Trebuchet MS"/>
                        <a:cs typeface="Trebuchet MS"/>
                      </a:endParaRPr>
                    </a:p>
                  </a:txBody>
                  <a:tcPr marL="0" marR="0" marB="0" marT="6350">
                    <a:lnL w="9525">
                      <a:solidFill>
                        <a:srgbClr val="F9F9F5"/>
                      </a:solidFill>
                      <a:prstDash val="solid"/>
                    </a:lnL>
                    <a:lnR w="9525">
                      <a:solidFill>
                        <a:srgbClr val="F9F9F5"/>
                      </a:solidFill>
                      <a:prstDash val="solid"/>
                    </a:lnR>
                    <a:solidFill>
                      <a:srgbClr val="000000">
                        <a:alpha val="391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50"/>
                        </a:spcBef>
                      </a:pPr>
                      <a:r>
                        <a:rPr dirty="0" sz="400" spc="-25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UTC</a:t>
                      </a:r>
                      <a:endParaRPr sz="400">
                        <a:latin typeface="Trebuchet MS"/>
                        <a:cs typeface="Trebuchet MS"/>
                      </a:endParaRPr>
                    </a:p>
                  </a:txBody>
                  <a:tcPr marL="0" marR="0" marB="0" marT="6350">
                    <a:lnL w="9525">
                      <a:solidFill>
                        <a:srgbClr val="F9F9F5"/>
                      </a:solidFill>
                      <a:prstDash val="solid"/>
                    </a:lnL>
                    <a:lnR w="9525">
                      <a:solidFill>
                        <a:srgbClr val="F9F9F5"/>
                      </a:solidFill>
                      <a:prstDash val="solid"/>
                    </a:lnR>
                    <a:solidFill>
                      <a:srgbClr val="000000">
                        <a:alpha val="391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53340">
                        <a:lnSpc>
                          <a:spcPct val="100000"/>
                        </a:lnSpc>
                        <a:spcBef>
                          <a:spcPts val="50"/>
                        </a:spcBef>
                      </a:pPr>
                      <a:r>
                        <a:rPr dirty="0" sz="400" spc="-1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ppvra02a0089</a:t>
                      </a:r>
                      <a:endParaRPr sz="400">
                        <a:latin typeface="Trebuchet MS"/>
                        <a:cs typeface="Trebuchet MS"/>
                      </a:endParaRPr>
                    </a:p>
                  </a:txBody>
                  <a:tcPr marL="0" marR="0" marB="0" marT="6350">
                    <a:lnL w="9525">
                      <a:solidFill>
                        <a:srgbClr val="F9F9F5"/>
                      </a:solidFill>
                      <a:prstDash val="solid"/>
                    </a:lnL>
                    <a:lnR w="9525">
                      <a:solidFill>
                        <a:srgbClr val="F9F9F5"/>
                      </a:solidFill>
                      <a:prstDash val="solid"/>
                    </a:lnR>
                    <a:solidFill>
                      <a:srgbClr val="000000">
                        <a:alpha val="391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55880">
                        <a:lnSpc>
                          <a:spcPct val="100000"/>
                        </a:lnSpc>
                        <a:spcBef>
                          <a:spcPts val="50"/>
                        </a:spcBef>
                      </a:pPr>
                      <a:r>
                        <a:rPr dirty="0" sz="400" spc="-1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/apps</a:t>
                      </a:r>
                      <a:r>
                        <a:rPr dirty="0" sz="400" spc="3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 </a:t>
                      </a:r>
                      <a:r>
                        <a:rPr dirty="0" sz="400" spc="-2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100G,/esdata</a:t>
                      </a:r>
                      <a:r>
                        <a:rPr dirty="0" sz="400" spc="3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 </a:t>
                      </a:r>
                      <a:r>
                        <a:rPr dirty="0" sz="400" spc="-2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100G</a:t>
                      </a:r>
                      <a:endParaRPr sz="400">
                        <a:latin typeface="Trebuchet MS"/>
                        <a:cs typeface="Trebuchet MS"/>
                      </a:endParaRPr>
                    </a:p>
                  </a:txBody>
                  <a:tcPr marL="0" marR="0" marB="0" marT="6350">
                    <a:lnL w="9525">
                      <a:solidFill>
                        <a:srgbClr val="F9F9F5"/>
                      </a:solidFill>
                      <a:prstDash val="solid"/>
                    </a:lnL>
                    <a:lnR w="9525">
                      <a:solidFill>
                        <a:srgbClr val="F9F9F5"/>
                      </a:solidFill>
                      <a:prstDash val="solid"/>
                    </a:lnR>
                    <a:solidFill>
                      <a:srgbClr val="000000">
                        <a:alpha val="391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55244">
                        <a:lnSpc>
                          <a:spcPct val="100000"/>
                        </a:lnSpc>
                        <a:spcBef>
                          <a:spcPts val="50"/>
                        </a:spcBef>
                      </a:pPr>
                      <a:r>
                        <a:rPr dirty="0" sz="40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Elasticsearch</a:t>
                      </a:r>
                      <a:r>
                        <a:rPr dirty="0" sz="400" spc="-3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 </a:t>
                      </a:r>
                      <a:r>
                        <a:rPr dirty="0" sz="400" spc="-2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7.17</a:t>
                      </a:r>
                      <a:endParaRPr sz="400">
                        <a:latin typeface="Trebuchet MS"/>
                        <a:cs typeface="Trebuchet MS"/>
                      </a:endParaRPr>
                    </a:p>
                  </a:txBody>
                  <a:tcPr marL="0" marR="0" marB="0" marT="6350">
                    <a:lnL w="9525">
                      <a:solidFill>
                        <a:srgbClr val="F9F9F5"/>
                      </a:solidFill>
                      <a:prstDash val="solid"/>
                    </a:lnL>
                    <a:lnR w="9525">
                      <a:solidFill>
                        <a:srgbClr val="F9F9F5"/>
                      </a:solidFill>
                      <a:prstDash val="solid"/>
                    </a:lnR>
                    <a:solidFill>
                      <a:srgbClr val="000000">
                        <a:alpha val="391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400">
                        <a:latin typeface="Times New Roman"/>
                        <a:cs typeface="Times New Roman"/>
                      </a:endParaRPr>
                    </a:p>
                  </a:txBody>
                  <a:tcPr marL="0" marR="0" marB="0" marT="0">
                    <a:lnL w="9525">
                      <a:solidFill>
                        <a:srgbClr val="F9F9F5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solidFill>
                      <a:srgbClr val="000000">
                        <a:alpha val="3919"/>
                      </a:srgbClr>
                    </a:solidFill>
                  </a:tcPr>
                </a:tc>
              </a:tr>
              <a:tr h="95250">
                <a:tc>
                  <a:txBody>
                    <a:bodyPr/>
                    <a:lstStyle/>
                    <a:p>
                      <a:pPr marL="51435">
                        <a:lnSpc>
                          <a:spcPct val="100000"/>
                        </a:lnSpc>
                        <a:spcBef>
                          <a:spcPts val="50"/>
                        </a:spcBef>
                      </a:pPr>
                      <a:r>
                        <a:rPr dirty="0" sz="400" spc="-1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ppvra55a0195</a:t>
                      </a:r>
                      <a:endParaRPr sz="400">
                        <a:latin typeface="Trebuchet MS"/>
                        <a:cs typeface="Trebuchet MS"/>
                      </a:endParaRPr>
                    </a:p>
                  </a:txBody>
                  <a:tcPr marL="0" marR="0" marB="0" marT="6350">
                    <a:lnL w="19050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F9F9F5"/>
                      </a:solidFill>
                      <a:prstDash val="solid"/>
                    </a:lnR>
                    <a:solidFill>
                      <a:srgbClr val="FFFFFF">
                        <a:alpha val="391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59055">
                        <a:lnSpc>
                          <a:spcPct val="100000"/>
                        </a:lnSpc>
                        <a:spcBef>
                          <a:spcPts val="50"/>
                        </a:spcBef>
                      </a:pPr>
                      <a:r>
                        <a:rPr dirty="0" sz="400" spc="-2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Prod</a:t>
                      </a:r>
                      <a:endParaRPr sz="400">
                        <a:latin typeface="Trebuchet MS"/>
                        <a:cs typeface="Trebuchet MS"/>
                      </a:endParaRPr>
                    </a:p>
                  </a:txBody>
                  <a:tcPr marL="0" marR="0" marB="0" marT="6350">
                    <a:lnL w="9525">
                      <a:solidFill>
                        <a:srgbClr val="F9F9F5"/>
                      </a:solidFill>
                      <a:prstDash val="solid"/>
                    </a:lnL>
                    <a:lnR w="9525">
                      <a:solidFill>
                        <a:srgbClr val="F9F9F5"/>
                      </a:solidFill>
                      <a:prstDash val="solid"/>
                    </a:lnR>
                    <a:solidFill>
                      <a:srgbClr val="FFFFFF">
                        <a:alpha val="391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52069">
                        <a:lnSpc>
                          <a:spcPct val="100000"/>
                        </a:lnSpc>
                        <a:spcBef>
                          <a:spcPts val="50"/>
                        </a:spcBef>
                      </a:pPr>
                      <a:r>
                        <a:rPr dirty="0" sz="400" spc="-1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Garuda Master</a:t>
                      </a:r>
                      <a:endParaRPr sz="400">
                        <a:latin typeface="Trebuchet MS"/>
                        <a:cs typeface="Trebuchet MS"/>
                      </a:endParaRPr>
                    </a:p>
                  </a:txBody>
                  <a:tcPr marL="0" marR="0" marB="0" marT="6350">
                    <a:lnL w="9525">
                      <a:solidFill>
                        <a:srgbClr val="F9F9F5"/>
                      </a:solidFill>
                      <a:prstDash val="solid"/>
                    </a:lnL>
                    <a:lnR w="9525">
                      <a:solidFill>
                        <a:srgbClr val="F9F9F5"/>
                      </a:solidFill>
                      <a:prstDash val="solid"/>
                    </a:lnR>
                    <a:solidFill>
                      <a:srgbClr val="FFFFFF">
                        <a:alpha val="391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54610">
                        <a:lnSpc>
                          <a:spcPct val="100000"/>
                        </a:lnSpc>
                        <a:spcBef>
                          <a:spcPts val="50"/>
                        </a:spcBef>
                      </a:pPr>
                      <a:r>
                        <a:rPr dirty="0" sz="400" spc="-2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8X64</a:t>
                      </a:r>
                      <a:endParaRPr sz="400">
                        <a:latin typeface="Trebuchet MS"/>
                        <a:cs typeface="Trebuchet MS"/>
                      </a:endParaRPr>
                    </a:p>
                  </a:txBody>
                  <a:tcPr marL="0" marR="0" marB="0" marT="6350">
                    <a:lnL w="9525">
                      <a:solidFill>
                        <a:srgbClr val="F9F9F5"/>
                      </a:solidFill>
                      <a:prstDash val="solid"/>
                    </a:lnL>
                    <a:lnR w="9525">
                      <a:solidFill>
                        <a:srgbClr val="F9F9F5"/>
                      </a:solidFill>
                      <a:prstDash val="solid"/>
                    </a:lnR>
                    <a:solidFill>
                      <a:srgbClr val="FFFFFF">
                        <a:alpha val="391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57785">
                        <a:lnSpc>
                          <a:spcPct val="100000"/>
                        </a:lnSpc>
                        <a:spcBef>
                          <a:spcPts val="50"/>
                        </a:spcBef>
                      </a:pPr>
                      <a:r>
                        <a:rPr dirty="0" sz="400" spc="-1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ShoreView</a:t>
                      </a:r>
                      <a:endParaRPr sz="400">
                        <a:latin typeface="Trebuchet MS"/>
                        <a:cs typeface="Trebuchet MS"/>
                      </a:endParaRPr>
                    </a:p>
                  </a:txBody>
                  <a:tcPr marL="0" marR="0" marB="0" marT="6350">
                    <a:lnL w="9525">
                      <a:solidFill>
                        <a:srgbClr val="F9F9F5"/>
                      </a:solidFill>
                      <a:prstDash val="solid"/>
                    </a:lnL>
                    <a:lnR w="9525">
                      <a:solidFill>
                        <a:srgbClr val="F9F9F5"/>
                      </a:solidFill>
                      <a:prstDash val="solid"/>
                    </a:lnR>
                    <a:solidFill>
                      <a:srgbClr val="FFFFFF">
                        <a:alpha val="391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50"/>
                        </a:spcBef>
                      </a:pPr>
                      <a:r>
                        <a:rPr dirty="0" sz="400" spc="-25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UTC</a:t>
                      </a:r>
                      <a:endParaRPr sz="400">
                        <a:latin typeface="Trebuchet MS"/>
                        <a:cs typeface="Trebuchet MS"/>
                      </a:endParaRPr>
                    </a:p>
                  </a:txBody>
                  <a:tcPr marL="0" marR="0" marB="0" marT="6350">
                    <a:lnL w="9525">
                      <a:solidFill>
                        <a:srgbClr val="F9F9F5"/>
                      </a:solidFill>
                      <a:prstDash val="solid"/>
                    </a:lnL>
                    <a:lnR w="9525">
                      <a:solidFill>
                        <a:srgbClr val="F9F9F5"/>
                      </a:solidFill>
                      <a:prstDash val="solid"/>
                    </a:lnR>
                    <a:solidFill>
                      <a:srgbClr val="FFFFFF">
                        <a:alpha val="391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53340">
                        <a:lnSpc>
                          <a:spcPct val="100000"/>
                        </a:lnSpc>
                        <a:spcBef>
                          <a:spcPts val="50"/>
                        </a:spcBef>
                      </a:pPr>
                      <a:r>
                        <a:rPr dirty="0" sz="400" spc="-1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ppvra03a0089</a:t>
                      </a:r>
                      <a:endParaRPr sz="400">
                        <a:latin typeface="Trebuchet MS"/>
                        <a:cs typeface="Trebuchet MS"/>
                      </a:endParaRPr>
                    </a:p>
                  </a:txBody>
                  <a:tcPr marL="0" marR="0" marB="0" marT="6350">
                    <a:lnL w="9525">
                      <a:solidFill>
                        <a:srgbClr val="F9F9F5"/>
                      </a:solidFill>
                      <a:prstDash val="solid"/>
                    </a:lnL>
                    <a:lnR w="9525">
                      <a:solidFill>
                        <a:srgbClr val="F9F9F5"/>
                      </a:solidFill>
                      <a:prstDash val="solid"/>
                    </a:lnR>
                    <a:solidFill>
                      <a:srgbClr val="FFFFFF">
                        <a:alpha val="391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55880">
                        <a:lnSpc>
                          <a:spcPct val="100000"/>
                        </a:lnSpc>
                        <a:spcBef>
                          <a:spcPts val="50"/>
                        </a:spcBef>
                      </a:pPr>
                      <a:r>
                        <a:rPr dirty="0" sz="400" spc="-1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/apps</a:t>
                      </a:r>
                      <a:r>
                        <a:rPr dirty="0" sz="400" spc="3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 </a:t>
                      </a:r>
                      <a:r>
                        <a:rPr dirty="0" sz="400" spc="-2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100G,/esdata</a:t>
                      </a:r>
                      <a:r>
                        <a:rPr dirty="0" sz="400" spc="3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 </a:t>
                      </a:r>
                      <a:r>
                        <a:rPr dirty="0" sz="400" spc="-2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100G</a:t>
                      </a:r>
                      <a:endParaRPr sz="400">
                        <a:latin typeface="Trebuchet MS"/>
                        <a:cs typeface="Trebuchet MS"/>
                      </a:endParaRPr>
                    </a:p>
                  </a:txBody>
                  <a:tcPr marL="0" marR="0" marB="0" marT="6350">
                    <a:lnL w="9525">
                      <a:solidFill>
                        <a:srgbClr val="F9F9F5"/>
                      </a:solidFill>
                      <a:prstDash val="solid"/>
                    </a:lnL>
                    <a:lnR w="9525">
                      <a:solidFill>
                        <a:srgbClr val="F9F9F5"/>
                      </a:solidFill>
                      <a:prstDash val="solid"/>
                    </a:lnR>
                    <a:solidFill>
                      <a:srgbClr val="FFFFFF">
                        <a:alpha val="391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55244">
                        <a:lnSpc>
                          <a:spcPct val="100000"/>
                        </a:lnSpc>
                        <a:spcBef>
                          <a:spcPts val="50"/>
                        </a:spcBef>
                      </a:pPr>
                      <a:r>
                        <a:rPr dirty="0" sz="40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Elasticsearch</a:t>
                      </a:r>
                      <a:r>
                        <a:rPr dirty="0" sz="400" spc="-3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 </a:t>
                      </a:r>
                      <a:r>
                        <a:rPr dirty="0" sz="400" spc="-2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7.17</a:t>
                      </a:r>
                      <a:endParaRPr sz="400">
                        <a:latin typeface="Trebuchet MS"/>
                        <a:cs typeface="Trebuchet MS"/>
                      </a:endParaRPr>
                    </a:p>
                  </a:txBody>
                  <a:tcPr marL="0" marR="0" marB="0" marT="6350">
                    <a:lnL w="9525">
                      <a:solidFill>
                        <a:srgbClr val="F9F9F5"/>
                      </a:solidFill>
                      <a:prstDash val="solid"/>
                    </a:lnL>
                    <a:lnR w="9525">
                      <a:solidFill>
                        <a:srgbClr val="F9F9F5"/>
                      </a:solidFill>
                      <a:prstDash val="solid"/>
                    </a:lnR>
                    <a:solidFill>
                      <a:srgbClr val="FFFFFF">
                        <a:alpha val="391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400">
                        <a:latin typeface="Times New Roman"/>
                        <a:cs typeface="Times New Roman"/>
                      </a:endParaRPr>
                    </a:p>
                  </a:txBody>
                  <a:tcPr marL="0" marR="0" marB="0" marT="0">
                    <a:lnL w="9525">
                      <a:solidFill>
                        <a:srgbClr val="F9F9F5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solidFill>
                      <a:srgbClr val="FFFFFF">
                        <a:alpha val="3919"/>
                      </a:srgbClr>
                    </a:solidFill>
                  </a:tcPr>
                </a:tc>
              </a:tr>
              <a:tr h="85725">
                <a:tc>
                  <a:txBody>
                    <a:bodyPr/>
                    <a:lstStyle/>
                    <a:p>
                      <a:pPr marL="51435">
                        <a:lnSpc>
                          <a:spcPct val="100000"/>
                        </a:lnSpc>
                        <a:spcBef>
                          <a:spcPts val="50"/>
                        </a:spcBef>
                      </a:pPr>
                      <a:r>
                        <a:rPr dirty="0" sz="400" spc="-1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ppvra56a0195</a:t>
                      </a:r>
                      <a:endParaRPr sz="400">
                        <a:latin typeface="Trebuchet MS"/>
                        <a:cs typeface="Trebuchet MS"/>
                      </a:endParaRPr>
                    </a:p>
                  </a:txBody>
                  <a:tcPr marL="0" marR="0" marB="0" marT="6350">
                    <a:lnL w="19050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F9F9F5"/>
                      </a:solidFill>
                      <a:prstDash val="solid"/>
                    </a:lnR>
                    <a:solidFill>
                      <a:srgbClr val="000000">
                        <a:alpha val="391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59055">
                        <a:lnSpc>
                          <a:spcPct val="100000"/>
                        </a:lnSpc>
                        <a:spcBef>
                          <a:spcPts val="50"/>
                        </a:spcBef>
                      </a:pPr>
                      <a:r>
                        <a:rPr dirty="0" sz="400" spc="-2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Prod</a:t>
                      </a:r>
                      <a:endParaRPr sz="400">
                        <a:latin typeface="Trebuchet MS"/>
                        <a:cs typeface="Trebuchet MS"/>
                      </a:endParaRPr>
                    </a:p>
                  </a:txBody>
                  <a:tcPr marL="0" marR="0" marB="0" marT="6350">
                    <a:lnL w="9525">
                      <a:solidFill>
                        <a:srgbClr val="F9F9F5"/>
                      </a:solidFill>
                      <a:prstDash val="solid"/>
                    </a:lnL>
                    <a:lnR w="9525">
                      <a:solidFill>
                        <a:srgbClr val="F9F9F5"/>
                      </a:solidFill>
                      <a:prstDash val="solid"/>
                    </a:lnR>
                    <a:solidFill>
                      <a:srgbClr val="000000">
                        <a:alpha val="391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52069">
                        <a:lnSpc>
                          <a:spcPct val="100000"/>
                        </a:lnSpc>
                        <a:spcBef>
                          <a:spcPts val="50"/>
                        </a:spcBef>
                      </a:pPr>
                      <a:r>
                        <a:rPr dirty="0" sz="400" spc="-1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Garuda </a:t>
                      </a:r>
                      <a:r>
                        <a:rPr dirty="0" sz="400" spc="-2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Data</a:t>
                      </a:r>
                      <a:endParaRPr sz="400">
                        <a:latin typeface="Trebuchet MS"/>
                        <a:cs typeface="Trebuchet MS"/>
                      </a:endParaRPr>
                    </a:p>
                  </a:txBody>
                  <a:tcPr marL="0" marR="0" marB="0" marT="6350">
                    <a:lnL w="9525">
                      <a:solidFill>
                        <a:srgbClr val="F9F9F5"/>
                      </a:solidFill>
                      <a:prstDash val="solid"/>
                    </a:lnL>
                    <a:lnR w="9525">
                      <a:solidFill>
                        <a:srgbClr val="F9F9F5"/>
                      </a:solidFill>
                      <a:prstDash val="solid"/>
                    </a:lnR>
                    <a:solidFill>
                      <a:srgbClr val="000000">
                        <a:alpha val="391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54610">
                        <a:lnSpc>
                          <a:spcPct val="100000"/>
                        </a:lnSpc>
                        <a:spcBef>
                          <a:spcPts val="50"/>
                        </a:spcBef>
                      </a:pPr>
                      <a:r>
                        <a:rPr dirty="0" sz="400" spc="-2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8X64</a:t>
                      </a:r>
                      <a:endParaRPr sz="400">
                        <a:latin typeface="Trebuchet MS"/>
                        <a:cs typeface="Trebuchet MS"/>
                      </a:endParaRPr>
                    </a:p>
                  </a:txBody>
                  <a:tcPr marL="0" marR="0" marB="0" marT="6350">
                    <a:lnL w="9525">
                      <a:solidFill>
                        <a:srgbClr val="F9F9F5"/>
                      </a:solidFill>
                      <a:prstDash val="solid"/>
                    </a:lnL>
                    <a:lnR w="9525">
                      <a:solidFill>
                        <a:srgbClr val="F9F9F5"/>
                      </a:solidFill>
                      <a:prstDash val="solid"/>
                    </a:lnR>
                    <a:solidFill>
                      <a:srgbClr val="000000">
                        <a:alpha val="391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57785">
                        <a:lnSpc>
                          <a:spcPct val="100000"/>
                        </a:lnSpc>
                        <a:spcBef>
                          <a:spcPts val="50"/>
                        </a:spcBef>
                      </a:pPr>
                      <a:r>
                        <a:rPr dirty="0" sz="400" spc="-1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ShoreView</a:t>
                      </a:r>
                      <a:endParaRPr sz="400">
                        <a:latin typeface="Trebuchet MS"/>
                        <a:cs typeface="Trebuchet MS"/>
                      </a:endParaRPr>
                    </a:p>
                  </a:txBody>
                  <a:tcPr marL="0" marR="0" marB="0" marT="6350">
                    <a:lnL w="9525">
                      <a:solidFill>
                        <a:srgbClr val="F9F9F5"/>
                      </a:solidFill>
                      <a:prstDash val="solid"/>
                    </a:lnL>
                    <a:lnR w="9525">
                      <a:solidFill>
                        <a:srgbClr val="F9F9F5"/>
                      </a:solidFill>
                      <a:prstDash val="solid"/>
                    </a:lnR>
                    <a:solidFill>
                      <a:srgbClr val="000000">
                        <a:alpha val="391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50"/>
                        </a:spcBef>
                      </a:pPr>
                      <a:r>
                        <a:rPr dirty="0" sz="400" spc="-25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UTC</a:t>
                      </a:r>
                      <a:endParaRPr sz="400">
                        <a:latin typeface="Trebuchet MS"/>
                        <a:cs typeface="Trebuchet MS"/>
                      </a:endParaRPr>
                    </a:p>
                  </a:txBody>
                  <a:tcPr marL="0" marR="0" marB="0" marT="6350">
                    <a:lnL w="9525">
                      <a:solidFill>
                        <a:srgbClr val="F9F9F5"/>
                      </a:solidFill>
                      <a:prstDash val="solid"/>
                    </a:lnL>
                    <a:lnR w="9525">
                      <a:solidFill>
                        <a:srgbClr val="F9F9F5"/>
                      </a:solidFill>
                      <a:prstDash val="solid"/>
                    </a:lnR>
                    <a:solidFill>
                      <a:srgbClr val="000000">
                        <a:alpha val="391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53340">
                        <a:lnSpc>
                          <a:spcPct val="100000"/>
                        </a:lnSpc>
                        <a:spcBef>
                          <a:spcPts val="50"/>
                        </a:spcBef>
                      </a:pPr>
                      <a:r>
                        <a:rPr dirty="0" sz="400" spc="-1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ppvralla0089</a:t>
                      </a:r>
                      <a:endParaRPr sz="400">
                        <a:latin typeface="Trebuchet MS"/>
                        <a:cs typeface="Trebuchet MS"/>
                      </a:endParaRPr>
                    </a:p>
                  </a:txBody>
                  <a:tcPr marL="0" marR="0" marB="0" marT="6350">
                    <a:lnL w="9525">
                      <a:solidFill>
                        <a:srgbClr val="F9F9F5"/>
                      </a:solidFill>
                      <a:prstDash val="solid"/>
                    </a:lnL>
                    <a:lnR w="9525">
                      <a:solidFill>
                        <a:srgbClr val="F9F9F5"/>
                      </a:solidFill>
                      <a:prstDash val="solid"/>
                    </a:lnR>
                    <a:solidFill>
                      <a:srgbClr val="000000">
                        <a:alpha val="391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55880">
                        <a:lnSpc>
                          <a:spcPct val="100000"/>
                        </a:lnSpc>
                        <a:spcBef>
                          <a:spcPts val="50"/>
                        </a:spcBef>
                      </a:pPr>
                      <a:r>
                        <a:rPr dirty="0" sz="400" spc="-1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/apps</a:t>
                      </a:r>
                      <a:r>
                        <a:rPr dirty="0" sz="400" spc="15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 </a:t>
                      </a:r>
                      <a:r>
                        <a:rPr dirty="0" sz="400" spc="-25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1T,/esdata</a:t>
                      </a:r>
                      <a:r>
                        <a:rPr dirty="0" sz="400" spc="15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 </a:t>
                      </a:r>
                      <a:r>
                        <a:rPr dirty="0" sz="400" spc="-25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3T</a:t>
                      </a:r>
                      <a:endParaRPr sz="400">
                        <a:latin typeface="Trebuchet MS"/>
                        <a:cs typeface="Trebuchet MS"/>
                      </a:endParaRPr>
                    </a:p>
                  </a:txBody>
                  <a:tcPr marL="0" marR="0" marB="0" marT="6350">
                    <a:lnL w="9525">
                      <a:solidFill>
                        <a:srgbClr val="F9F9F5"/>
                      </a:solidFill>
                      <a:prstDash val="solid"/>
                    </a:lnL>
                    <a:lnR w="9525">
                      <a:solidFill>
                        <a:srgbClr val="F9F9F5"/>
                      </a:solidFill>
                      <a:prstDash val="solid"/>
                    </a:lnR>
                    <a:solidFill>
                      <a:srgbClr val="000000">
                        <a:alpha val="391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55244">
                        <a:lnSpc>
                          <a:spcPct val="100000"/>
                        </a:lnSpc>
                        <a:spcBef>
                          <a:spcPts val="50"/>
                        </a:spcBef>
                      </a:pPr>
                      <a:r>
                        <a:rPr dirty="0" sz="40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Elasticsearch</a:t>
                      </a:r>
                      <a:r>
                        <a:rPr dirty="0" sz="400" spc="-3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 </a:t>
                      </a:r>
                      <a:r>
                        <a:rPr dirty="0" sz="400" spc="-2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7.17</a:t>
                      </a:r>
                      <a:endParaRPr sz="400">
                        <a:latin typeface="Trebuchet MS"/>
                        <a:cs typeface="Trebuchet MS"/>
                      </a:endParaRPr>
                    </a:p>
                  </a:txBody>
                  <a:tcPr marL="0" marR="0" marB="0" marT="6350">
                    <a:lnL w="9525">
                      <a:solidFill>
                        <a:srgbClr val="F9F9F5"/>
                      </a:solidFill>
                      <a:prstDash val="solid"/>
                    </a:lnL>
                    <a:lnR w="9525">
                      <a:solidFill>
                        <a:srgbClr val="F9F9F5"/>
                      </a:solidFill>
                      <a:prstDash val="solid"/>
                    </a:lnR>
                    <a:solidFill>
                      <a:srgbClr val="000000">
                        <a:alpha val="391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400">
                        <a:latin typeface="Times New Roman"/>
                        <a:cs typeface="Times New Roman"/>
                      </a:endParaRPr>
                    </a:p>
                  </a:txBody>
                  <a:tcPr marL="0" marR="0" marB="0" marT="0">
                    <a:lnL w="9525">
                      <a:solidFill>
                        <a:srgbClr val="F9F9F5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solidFill>
                      <a:srgbClr val="000000">
                        <a:alpha val="3919"/>
                      </a:srgbClr>
                    </a:solidFill>
                  </a:tcPr>
                </a:tc>
              </a:tr>
              <a:tr h="85725">
                <a:tc>
                  <a:txBody>
                    <a:bodyPr/>
                    <a:lstStyle/>
                    <a:p>
                      <a:pPr marL="51435">
                        <a:lnSpc>
                          <a:spcPct val="100000"/>
                        </a:lnSpc>
                        <a:spcBef>
                          <a:spcPts val="50"/>
                        </a:spcBef>
                      </a:pPr>
                      <a:r>
                        <a:rPr dirty="0" sz="400" spc="-1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ppvra57a0195</a:t>
                      </a:r>
                      <a:endParaRPr sz="400">
                        <a:latin typeface="Trebuchet MS"/>
                        <a:cs typeface="Trebuchet MS"/>
                      </a:endParaRPr>
                    </a:p>
                  </a:txBody>
                  <a:tcPr marL="0" marR="0" marB="0" marT="6350">
                    <a:lnL w="19050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F9F9F5"/>
                      </a:solidFill>
                      <a:prstDash val="solid"/>
                    </a:lnR>
                    <a:solidFill>
                      <a:srgbClr val="FFFFFF">
                        <a:alpha val="391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59055">
                        <a:lnSpc>
                          <a:spcPct val="100000"/>
                        </a:lnSpc>
                        <a:spcBef>
                          <a:spcPts val="50"/>
                        </a:spcBef>
                      </a:pPr>
                      <a:r>
                        <a:rPr dirty="0" sz="400" spc="-2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Prod</a:t>
                      </a:r>
                      <a:endParaRPr sz="400">
                        <a:latin typeface="Trebuchet MS"/>
                        <a:cs typeface="Trebuchet MS"/>
                      </a:endParaRPr>
                    </a:p>
                  </a:txBody>
                  <a:tcPr marL="0" marR="0" marB="0" marT="6350">
                    <a:lnL w="9525">
                      <a:solidFill>
                        <a:srgbClr val="F9F9F5"/>
                      </a:solidFill>
                      <a:prstDash val="solid"/>
                    </a:lnL>
                    <a:lnR w="9525">
                      <a:solidFill>
                        <a:srgbClr val="F9F9F5"/>
                      </a:solidFill>
                      <a:prstDash val="solid"/>
                    </a:lnR>
                    <a:solidFill>
                      <a:srgbClr val="FFFFFF">
                        <a:alpha val="391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52069">
                        <a:lnSpc>
                          <a:spcPct val="100000"/>
                        </a:lnSpc>
                        <a:spcBef>
                          <a:spcPts val="50"/>
                        </a:spcBef>
                      </a:pPr>
                      <a:r>
                        <a:rPr dirty="0" sz="400" spc="-1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Garuda </a:t>
                      </a:r>
                      <a:r>
                        <a:rPr dirty="0" sz="400" spc="-2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Data</a:t>
                      </a:r>
                      <a:endParaRPr sz="400">
                        <a:latin typeface="Trebuchet MS"/>
                        <a:cs typeface="Trebuchet MS"/>
                      </a:endParaRPr>
                    </a:p>
                  </a:txBody>
                  <a:tcPr marL="0" marR="0" marB="0" marT="6350">
                    <a:lnL w="9525">
                      <a:solidFill>
                        <a:srgbClr val="F9F9F5"/>
                      </a:solidFill>
                      <a:prstDash val="solid"/>
                    </a:lnL>
                    <a:lnR w="9525">
                      <a:solidFill>
                        <a:srgbClr val="F9F9F5"/>
                      </a:solidFill>
                      <a:prstDash val="solid"/>
                    </a:lnR>
                    <a:solidFill>
                      <a:srgbClr val="FFFFFF">
                        <a:alpha val="391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54610">
                        <a:lnSpc>
                          <a:spcPct val="100000"/>
                        </a:lnSpc>
                        <a:spcBef>
                          <a:spcPts val="50"/>
                        </a:spcBef>
                      </a:pPr>
                      <a:r>
                        <a:rPr dirty="0" sz="400" spc="-2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8X64</a:t>
                      </a:r>
                      <a:endParaRPr sz="400">
                        <a:latin typeface="Trebuchet MS"/>
                        <a:cs typeface="Trebuchet MS"/>
                      </a:endParaRPr>
                    </a:p>
                  </a:txBody>
                  <a:tcPr marL="0" marR="0" marB="0" marT="6350">
                    <a:lnL w="9525">
                      <a:solidFill>
                        <a:srgbClr val="F9F9F5"/>
                      </a:solidFill>
                      <a:prstDash val="solid"/>
                    </a:lnL>
                    <a:lnR w="9525">
                      <a:solidFill>
                        <a:srgbClr val="F9F9F5"/>
                      </a:solidFill>
                      <a:prstDash val="solid"/>
                    </a:lnR>
                    <a:solidFill>
                      <a:srgbClr val="FFFFFF">
                        <a:alpha val="391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57785">
                        <a:lnSpc>
                          <a:spcPct val="100000"/>
                        </a:lnSpc>
                        <a:spcBef>
                          <a:spcPts val="50"/>
                        </a:spcBef>
                      </a:pPr>
                      <a:r>
                        <a:rPr dirty="0" sz="400" spc="-1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ShoreView</a:t>
                      </a:r>
                      <a:endParaRPr sz="400">
                        <a:latin typeface="Trebuchet MS"/>
                        <a:cs typeface="Trebuchet MS"/>
                      </a:endParaRPr>
                    </a:p>
                  </a:txBody>
                  <a:tcPr marL="0" marR="0" marB="0" marT="6350">
                    <a:lnL w="9525">
                      <a:solidFill>
                        <a:srgbClr val="F9F9F5"/>
                      </a:solidFill>
                      <a:prstDash val="solid"/>
                    </a:lnL>
                    <a:lnR w="9525">
                      <a:solidFill>
                        <a:srgbClr val="F9F9F5"/>
                      </a:solidFill>
                      <a:prstDash val="solid"/>
                    </a:lnR>
                    <a:solidFill>
                      <a:srgbClr val="FFFFFF">
                        <a:alpha val="391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50"/>
                        </a:spcBef>
                      </a:pPr>
                      <a:r>
                        <a:rPr dirty="0" sz="400" spc="-25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UTC</a:t>
                      </a:r>
                      <a:endParaRPr sz="400">
                        <a:latin typeface="Trebuchet MS"/>
                        <a:cs typeface="Trebuchet MS"/>
                      </a:endParaRPr>
                    </a:p>
                  </a:txBody>
                  <a:tcPr marL="0" marR="0" marB="0" marT="6350">
                    <a:lnL w="9525">
                      <a:solidFill>
                        <a:srgbClr val="F9F9F5"/>
                      </a:solidFill>
                      <a:prstDash val="solid"/>
                    </a:lnL>
                    <a:lnR w="9525">
                      <a:solidFill>
                        <a:srgbClr val="F9F9F5"/>
                      </a:solidFill>
                      <a:prstDash val="solid"/>
                    </a:lnR>
                    <a:solidFill>
                      <a:srgbClr val="FFFFFF">
                        <a:alpha val="391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53340">
                        <a:lnSpc>
                          <a:spcPct val="100000"/>
                        </a:lnSpc>
                        <a:spcBef>
                          <a:spcPts val="50"/>
                        </a:spcBef>
                      </a:pPr>
                      <a:r>
                        <a:rPr dirty="0" sz="400" spc="-1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ppvra12a0089</a:t>
                      </a:r>
                      <a:endParaRPr sz="400">
                        <a:latin typeface="Trebuchet MS"/>
                        <a:cs typeface="Trebuchet MS"/>
                      </a:endParaRPr>
                    </a:p>
                  </a:txBody>
                  <a:tcPr marL="0" marR="0" marB="0" marT="6350">
                    <a:lnL w="9525">
                      <a:solidFill>
                        <a:srgbClr val="F9F9F5"/>
                      </a:solidFill>
                      <a:prstDash val="solid"/>
                    </a:lnL>
                    <a:lnR w="9525">
                      <a:solidFill>
                        <a:srgbClr val="F9F9F5"/>
                      </a:solidFill>
                      <a:prstDash val="solid"/>
                    </a:lnR>
                    <a:solidFill>
                      <a:srgbClr val="FFFFFF">
                        <a:alpha val="391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55880">
                        <a:lnSpc>
                          <a:spcPct val="100000"/>
                        </a:lnSpc>
                        <a:spcBef>
                          <a:spcPts val="50"/>
                        </a:spcBef>
                      </a:pPr>
                      <a:r>
                        <a:rPr dirty="0" sz="400" spc="-1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/apps</a:t>
                      </a:r>
                      <a:r>
                        <a:rPr dirty="0" sz="400" spc="15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 </a:t>
                      </a:r>
                      <a:r>
                        <a:rPr dirty="0" sz="400" spc="-25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1T,/esdata</a:t>
                      </a:r>
                      <a:r>
                        <a:rPr dirty="0" sz="400" spc="15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 </a:t>
                      </a:r>
                      <a:r>
                        <a:rPr dirty="0" sz="400" spc="-25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3T</a:t>
                      </a:r>
                      <a:endParaRPr sz="400">
                        <a:latin typeface="Trebuchet MS"/>
                        <a:cs typeface="Trebuchet MS"/>
                      </a:endParaRPr>
                    </a:p>
                  </a:txBody>
                  <a:tcPr marL="0" marR="0" marB="0" marT="6350">
                    <a:lnL w="9525">
                      <a:solidFill>
                        <a:srgbClr val="F9F9F5"/>
                      </a:solidFill>
                      <a:prstDash val="solid"/>
                    </a:lnL>
                    <a:lnR w="9525">
                      <a:solidFill>
                        <a:srgbClr val="F9F9F5"/>
                      </a:solidFill>
                      <a:prstDash val="solid"/>
                    </a:lnR>
                    <a:solidFill>
                      <a:srgbClr val="FFFFFF">
                        <a:alpha val="391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55244">
                        <a:lnSpc>
                          <a:spcPct val="100000"/>
                        </a:lnSpc>
                        <a:spcBef>
                          <a:spcPts val="50"/>
                        </a:spcBef>
                      </a:pPr>
                      <a:r>
                        <a:rPr dirty="0" sz="40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Elasticsearch</a:t>
                      </a:r>
                      <a:r>
                        <a:rPr dirty="0" sz="400" spc="-3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 </a:t>
                      </a:r>
                      <a:r>
                        <a:rPr dirty="0" sz="400" spc="-2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7.17</a:t>
                      </a:r>
                      <a:endParaRPr sz="400">
                        <a:latin typeface="Trebuchet MS"/>
                        <a:cs typeface="Trebuchet MS"/>
                      </a:endParaRPr>
                    </a:p>
                  </a:txBody>
                  <a:tcPr marL="0" marR="0" marB="0" marT="6350">
                    <a:lnL w="9525">
                      <a:solidFill>
                        <a:srgbClr val="F9F9F5"/>
                      </a:solidFill>
                      <a:prstDash val="solid"/>
                    </a:lnL>
                    <a:lnR w="9525">
                      <a:solidFill>
                        <a:srgbClr val="F9F9F5"/>
                      </a:solidFill>
                      <a:prstDash val="solid"/>
                    </a:lnR>
                    <a:solidFill>
                      <a:srgbClr val="FFFFFF">
                        <a:alpha val="391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400">
                        <a:latin typeface="Times New Roman"/>
                        <a:cs typeface="Times New Roman"/>
                      </a:endParaRPr>
                    </a:p>
                  </a:txBody>
                  <a:tcPr marL="0" marR="0" marB="0" marT="0">
                    <a:lnL w="9525">
                      <a:solidFill>
                        <a:srgbClr val="F9F9F5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solidFill>
                      <a:srgbClr val="FFFFFF">
                        <a:alpha val="3919"/>
                      </a:srgbClr>
                    </a:solidFill>
                  </a:tcPr>
                </a:tc>
              </a:tr>
              <a:tr h="95250">
                <a:tc>
                  <a:txBody>
                    <a:bodyPr/>
                    <a:lstStyle/>
                    <a:p>
                      <a:pPr marL="51435">
                        <a:lnSpc>
                          <a:spcPct val="100000"/>
                        </a:lnSpc>
                        <a:spcBef>
                          <a:spcPts val="50"/>
                        </a:spcBef>
                      </a:pPr>
                      <a:r>
                        <a:rPr dirty="0" sz="400" spc="-1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ppvra58a0195</a:t>
                      </a:r>
                      <a:endParaRPr sz="400">
                        <a:latin typeface="Trebuchet MS"/>
                        <a:cs typeface="Trebuchet MS"/>
                      </a:endParaRPr>
                    </a:p>
                  </a:txBody>
                  <a:tcPr marL="0" marR="0" marB="0" marT="6350">
                    <a:lnL w="19050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F9F9F5"/>
                      </a:solidFill>
                      <a:prstDash val="solid"/>
                    </a:lnR>
                    <a:solidFill>
                      <a:srgbClr val="000000">
                        <a:alpha val="391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59055">
                        <a:lnSpc>
                          <a:spcPct val="100000"/>
                        </a:lnSpc>
                        <a:spcBef>
                          <a:spcPts val="50"/>
                        </a:spcBef>
                      </a:pPr>
                      <a:r>
                        <a:rPr dirty="0" sz="400" spc="-2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Prod</a:t>
                      </a:r>
                      <a:endParaRPr sz="400">
                        <a:latin typeface="Trebuchet MS"/>
                        <a:cs typeface="Trebuchet MS"/>
                      </a:endParaRPr>
                    </a:p>
                  </a:txBody>
                  <a:tcPr marL="0" marR="0" marB="0" marT="6350">
                    <a:lnL w="9525">
                      <a:solidFill>
                        <a:srgbClr val="F9F9F5"/>
                      </a:solidFill>
                      <a:prstDash val="solid"/>
                    </a:lnL>
                    <a:lnR w="9525">
                      <a:solidFill>
                        <a:srgbClr val="F9F9F5"/>
                      </a:solidFill>
                      <a:prstDash val="solid"/>
                    </a:lnR>
                    <a:solidFill>
                      <a:srgbClr val="000000">
                        <a:alpha val="391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52069">
                        <a:lnSpc>
                          <a:spcPct val="100000"/>
                        </a:lnSpc>
                        <a:spcBef>
                          <a:spcPts val="50"/>
                        </a:spcBef>
                      </a:pPr>
                      <a:r>
                        <a:rPr dirty="0" sz="400" spc="-1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Garuda </a:t>
                      </a:r>
                      <a:r>
                        <a:rPr dirty="0" sz="400" spc="-2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Data</a:t>
                      </a:r>
                      <a:endParaRPr sz="400">
                        <a:latin typeface="Trebuchet MS"/>
                        <a:cs typeface="Trebuchet MS"/>
                      </a:endParaRPr>
                    </a:p>
                  </a:txBody>
                  <a:tcPr marL="0" marR="0" marB="0" marT="6350">
                    <a:lnL w="9525">
                      <a:solidFill>
                        <a:srgbClr val="F9F9F5"/>
                      </a:solidFill>
                      <a:prstDash val="solid"/>
                    </a:lnL>
                    <a:lnR w="9525">
                      <a:solidFill>
                        <a:srgbClr val="F9F9F5"/>
                      </a:solidFill>
                      <a:prstDash val="solid"/>
                    </a:lnR>
                    <a:solidFill>
                      <a:srgbClr val="000000">
                        <a:alpha val="391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54610">
                        <a:lnSpc>
                          <a:spcPct val="100000"/>
                        </a:lnSpc>
                        <a:spcBef>
                          <a:spcPts val="50"/>
                        </a:spcBef>
                      </a:pPr>
                      <a:r>
                        <a:rPr dirty="0" sz="400" spc="-2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8X64</a:t>
                      </a:r>
                      <a:endParaRPr sz="400">
                        <a:latin typeface="Trebuchet MS"/>
                        <a:cs typeface="Trebuchet MS"/>
                      </a:endParaRPr>
                    </a:p>
                  </a:txBody>
                  <a:tcPr marL="0" marR="0" marB="0" marT="6350">
                    <a:lnL w="9525">
                      <a:solidFill>
                        <a:srgbClr val="F9F9F5"/>
                      </a:solidFill>
                      <a:prstDash val="solid"/>
                    </a:lnL>
                    <a:lnR w="9525">
                      <a:solidFill>
                        <a:srgbClr val="F9F9F5"/>
                      </a:solidFill>
                      <a:prstDash val="solid"/>
                    </a:lnR>
                    <a:solidFill>
                      <a:srgbClr val="000000">
                        <a:alpha val="391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57785">
                        <a:lnSpc>
                          <a:spcPct val="100000"/>
                        </a:lnSpc>
                        <a:spcBef>
                          <a:spcPts val="50"/>
                        </a:spcBef>
                      </a:pPr>
                      <a:r>
                        <a:rPr dirty="0" sz="400" spc="-1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ShoreView</a:t>
                      </a:r>
                      <a:endParaRPr sz="400">
                        <a:latin typeface="Trebuchet MS"/>
                        <a:cs typeface="Trebuchet MS"/>
                      </a:endParaRPr>
                    </a:p>
                  </a:txBody>
                  <a:tcPr marL="0" marR="0" marB="0" marT="6350">
                    <a:lnL w="9525">
                      <a:solidFill>
                        <a:srgbClr val="F9F9F5"/>
                      </a:solidFill>
                      <a:prstDash val="solid"/>
                    </a:lnL>
                    <a:lnR w="9525">
                      <a:solidFill>
                        <a:srgbClr val="F9F9F5"/>
                      </a:solidFill>
                      <a:prstDash val="solid"/>
                    </a:lnR>
                    <a:solidFill>
                      <a:srgbClr val="000000">
                        <a:alpha val="391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50"/>
                        </a:spcBef>
                      </a:pPr>
                      <a:r>
                        <a:rPr dirty="0" sz="400" spc="-25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UTC</a:t>
                      </a:r>
                      <a:endParaRPr sz="400">
                        <a:latin typeface="Trebuchet MS"/>
                        <a:cs typeface="Trebuchet MS"/>
                      </a:endParaRPr>
                    </a:p>
                  </a:txBody>
                  <a:tcPr marL="0" marR="0" marB="0" marT="6350">
                    <a:lnL w="9525">
                      <a:solidFill>
                        <a:srgbClr val="F9F9F5"/>
                      </a:solidFill>
                      <a:prstDash val="solid"/>
                    </a:lnL>
                    <a:lnR w="9525">
                      <a:solidFill>
                        <a:srgbClr val="F9F9F5"/>
                      </a:solidFill>
                      <a:prstDash val="solid"/>
                    </a:lnR>
                    <a:solidFill>
                      <a:srgbClr val="000000">
                        <a:alpha val="391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53340">
                        <a:lnSpc>
                          <a:spcPct val="100000"/>
                        </a:lnSpc>
                        <a:spcBef>
                          <a:spcPts val="50"/>
                        </a:spcBef>
                      </a:pPr>
                      <a:r>
                        <a:rPr dirty="0" sz="400" spc="-1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ppvral3a0089</a:t>
                      </a:r>
                      <a:endParaRPr sz="400">
                        <a:latin typeface="Trebuchet MS"/>
                        <a:cs typeface="Trebuchet MS"/>
                      </a:endParaRPr>
                    </a:p>
                  </a:txBody>
                  <a:tcPr marL="0" marR="0" marB="0" marT="6350">
                    <a:lnL w="9525">
                      <a:solidFill>
                        <a:srgbClr val="F9F9F5"/>
                      </a:solidFill>
                      <a:prstDash val="solid"/>
                    </a:lnL>
                    <a:lnR w="9525">
                      <a:solidFill>
                        <a:srgbClr val="F9F9F5"/>
                      </a:solidFill>
                      <a:prstDash val="solid"/>
                    </a:lnR>
                    <a:solidFill>
                      <a:srgbClr val="000000">
                        <a:alpha val="391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55880">
                        <a:lnSpc>
                          <a:spcPct val="100000"/>
                        </a:lnSpc>
                        <a:spcBef>
                          <a:spcPts val="50"/>
                        </a:spcBef>
                      </a:pPr>
                      <a:r>
                        <a:rPr dirty="0" sz="400" spc="-1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/apps</a:t>
                      </a:r>
                      <a:r>
                        <a:rPr dirty="0" sz="400" spc="15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 </a:t>
                      </a:r>
                      <a:r>
                        <a:rPr dirty="0" sz="400" spc="-25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1T,/esdata</a:t>
                      </a:r>
                      <a:r>
                        <a:rPr dirty="0" sz="400" spc="15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 </a:t>
                      </a:r>
                      <a:r>
                        <a:rPr dirty="0" sz="400" spc="-25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3T</a:t>
                      </a:r>
                      <a:endParaRPr sz="400">
                        <a:latin typeface="Trebuchet MS"/>
                        <a:cs typeface="Trebuchet MS"/>
                      </a:endParaRPr>
                    </a:p>
                  </a:txBody>
                  <a:tcPr marL="0" marR="0" marB="0" marT="6350">
                    <a:lnL w="9525">
                      <a:solidFill>
                        <a:srgbClr val="F9F9F5"/>
                      </a:solidFill>
                      <a:prstDash val="solid"/>
                    </a:lnL>
                    <a:lnR w="9525">
                      <a:solidFill>
                        <a:srgbClr val="F9F9F5"/>
                      </a:solidFill>
                      <a:prstDash val="solid"/>
                    </a:lnR>
                    <a:solidFill>
                      <a:srgbClr val="000000">
                        <a:alpha val="391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55244">
                        <a:lnSpc>
                          <a:spcPct val="100000"/>
                        </a:lnSpc>
                        <a:spcBef>
                          <a:spcPts val="50"/>
                        </a:spcBef>
                      </a:pPr>
                      <a:r>
                        <a:rPr dirty="0" sz="400" spc="-1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Elasticsearch</a:t>
                      </a:r>
                      <a:r>
                        <a:rPr dirty="0" sz="400" spc="85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 </a:t>
                      </a:r>
                      <a:r>
                        <a:rPr dirty="0" sz="400" spc="-2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7.17</a:t>
                      </a:r>
                      <a:endParaRPr sz="400">
                        <a:latin typeface="Trebuchet MS"/>
                        <a:cs typeface="Trebuchet MS"/>
                      </a:endParaRPr>
                    </a:p>
                  </a:txBody>
                  <a:tcPr marL="0" marR="0" marB="0" marT="6350">
                    <a:lnL w="9525">
                      <a:solidFill>
                        <a:srgbClr val="F9F9F5"/>
                      </a:solidFill>
                      <a:prstDash val="solid"/>
                    </a:lnL>
                    <a:lnR w="9525">
                      <a:solidFill>
                        <a:srgbClr val="F9F9F5"/>
                      </a:solidFill>
                      <a:prstDash val="solid"/>
                    </a:lnR>
                    <a:solidFill>
                      <a:srgbClr val="000000">
                        <a:alpha val="391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400">
                        <a:latin typeface="Times New Roman"/>
                        <a:cs typeface="Times New Roman"/>
                      </a:endParaRPr>
                    </a:p>
                  </a:txBody>
                  <a:tcPr marL="0" marR="0" marB="0" marT="0">
                    <a:lnL w="9525">
                      <a:solidFill>
                        <a:srgbClr val="F9F9F5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solidFill>
                      <a:srgbClr val="000000">
                        <a:alpha val="3919"/>
                      </a:srgbClr>
                    </a:solidFill>
                  </a:tcPr>
                </a:tc>
              </a:tr>
              <a:tr h="85725">
                <a:tc>
                  <a:txBody>
                    <a:bodyPr/>
                    <a:lstStyle/>
                    <a:p>
                      <a:pPr marL="51435">
                        <a:lnSpc>
                          <a:spcPct val="100000"/>
                        </a:lnSpc>
                        <a:spcBef>
                          <a:spcPts val="50"/>
                        </a:spcBef>
                      </a:pPr>
                      <a:r>
                        <a:rPr dirty="0" sz="400" spc="-1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ppvra59a0195</a:t>
                      </a:r>
                      <a:endParaRPr sz="400">
                        <a:latin typeface="Trebuchet MS"/>
                        <a:cs typeface="Trebuchet MS"/>
                      </a:endParaRPr>
                    </a:p>
                  </a:txBody>
                  <a:tcPr marL="0" marR="0" marB="0" marT="6350">
                    <a:lnL w="19050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F9F9F5"/>
                      </a:solidFill>
                      <a:prstDash val="solid"/>
                    </a:lnR>
                    <a:solidFill>
                      <a:srgbClr val="FFFFFF">
                        <a:alpha val="391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59055">
                        <a:lnSpc>
                          <a:spcPct val="100000"/>
                        </a:lnSpc>
                        <a:spcBef>
                          <a:spcPts val="50"/>
                        </a:spcBef>
                      </a:pPr>
                      <a:r>
                        <a:rPr dirty="0" sz="400" spc="-2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Prod</a:t>
                      </a:r>
                      <a:endParaRPr sz="400">
                        <a:latin typeface="Trebuchet MS"/>
                        <a:cs typeface="Trebuchet MS"/>
                      </a:endParaRPr>
                    </a:p>
                  </a:txBody>
                  <a:tcPr marL="0" marR="0" marB="0" marT="6350">
                    <a:lnL w="9525">
                      <a:solidFill>
                        <a:srgbClr val="F9F9F5"/>
                      </a:solidFill>
                      <a:prstDash val="solid"/>
                    </a:lnL>
                    <a:lnR w="9525">
                      <a:solidFill>
                        <a:srgbClr val="F9F9F5"/>
                      </a:solidFill>
                      <a:prstDash val="solid"/>
                    </a:lnR>
                    <a:solidFill>
                      <a:srgbClr val="FFFFFF">
                        <a:alpha val="391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52069">
                        <a:lnSpc>
                          <a:spcPct val="100000"/>
                        </a:lnSpc>
                        <a:spcBef>
                          <a:spcPts val="50"/>
                        </a:spcBef>
                      </a:pPr>
                      <a:r>
                        <a:rPr dirty="0" sz="400" spc="-1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Garuda </a:t>
                      </a:r>
                      <a:r>
                        <a:rPr dirty="0" sz="400" spc="-2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Data</a:t>
                      </a:r>
                      <a:endParaRPr sz="400">
                        <a:latin typeface="Trebuchet MS"/>
                        <a:cs typeface="Trebuchet MS"/>
                      </a:endParaRPr>
                    </a:p>
                  </a:txBody>
                  <a:tcPr marL="0" marR="0" marB="0" marT="6350">
                    <a:lnL w="9525">
                      <a:solidFill>
                        <a:srgbClr val="F9F9F5"/>
                      </a:solidFill>
                      <a:prstDash val="solid"/>
                    </a:lnL>
                    <a:lnR w="9525">
                      <a:solidFill>
                        <a:srgbClr val="F9F9F5"/>
                      </a:solidFill>
                      <a:prstDash val="solid"/>
                    </a:lnR>
                    <a:solidFill>
                      <a:srgbClr val="FFFFFF">
                        <a:alpha val="391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54610">
                        <a:lnSpc>
                          <a:spcPct val="100000"/>
                        </a:lnSpc>
                        <a:spcBef>
                          <a:spcPts val="50"/>
                        </a:spcBef>
                      </a:pPr>
                      <a:r>
                        <a:rPr dirty="0" sz="400" spc="-2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8X64</a:t>
                      </a:r>
                      <a:endParaRPr sz="400">
                        <a:latin typeface="Trebuchet MS"/>
                        <a:cs typeface="Trebuchet MS"/>
                      </a:endParaRPr>
                    </a:p>
                  </a:txBody>
                  <a:tcPr marL="0" marR="0" marB="0" marT="6350">
                    <a:lnL w="9525">
                      <a:solidFill>
                        <a:srgbClr val="F9F9F5"/>
                      </a:solidFill>
                      <a:prstDash val="solid"/>
                    </a:lnL>
                    <a:lnR w="9525">
                      <a:solidFill>
                        <a:srgbClr val="F9F9F5"/>
                      </a:solidFill>
                      <a:prstDash val="solid"/>
                    </a:lnR>
                    <a:solidFill>
                      <a:srgbClr val="FFFFFF">
                        <a:alpha val="391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57785">
                        <a:lnSpc>
                          <a:spcPct val="100000"/>
                        </a:lnSpc>
                        <a:spcBef>
                          <a:spcPts val="50"/>
                        </a:spcBef>
                      </a:pPr>
                      <a:r>
                        <a:rPr dirty="0" sz="400" spc="-1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ShoreView</a:t>
                      </a:r>
                      <a:endParaRPr sz="400">
                        <a:latin typeface="Trebuchet MS"/>
                        <a:cs typeface="Trebuchet MS"/>
                      </a:endParaRPr>
                    </a:p>
                  </a:txBody>
                  <a:tcPr marL="0" marR="0" marB="0" marT="6350">
                    <a:lnL w="9525">
                      <a:solidFill>
                        <a:srgbClr val="F9F9F5"/>
                      </a:solidFill>
                      <a:prstDash val="solid"/>
                    </a:lnL>
                    <a:lnR w="9525">
                      <a:solidFill>
                        <a:srgbClr val="F9F9F5"/>
                      </a:solidFill>
                      <a:prstDash val="solid"/>
                    </a:lnR>
                    <a:solidFill>
                      <a:srgbClr val="FFFFFF">
                        <a:alpha val="391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50"/>
                        </a:spcBef>
                      </a:pPr>
                      <a:r>
                        <a:rPr dirty="0" sz="400" spc="-25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UTC</a:t>
                      </a:r>
                      <a:endParaRPr sz="400">
                        <a:latin typeface="Trebuchet MS"/>
                        <a:cs typeface="Trebuchet MS"/>
                      </a:endParaRPr>
                    </a:p>
                  </a:txBody>
                  <a:tcPr marL="0" marR="0" marB="0" marT="6350">
                    <a:lnL w="9525">
                      <a:solidFill>
                        <a:srgbClr val="F9F9F5"/>
                      </a:solidFill>
                      <a:prstDash val="solid"/>
                    </a:lnL>
                    <a:lnR w="9525">
                      <a:solidFill>
                        <a:srgbClr val="F9F9F5"/>
                      </a:solidFill>
                      <a:prstDash val="solid"/>
                    </a:lnR>
                    <a:solidFill>
                      <a:srgbClr val="FFFFFF">
                        <a:alpha val="391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53340">
                        <a:lnSpc>
                          <a:spcPct val="100000"/>
                        </a:lnSpc>
                        <a:spcBef>
                          <a:spcPts val="50"/>
                        </a:spcBef>
                      </a:pPr>
                      <a:r>
                        <a:rPr dirty="0" sz="400" spc="-1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ppvra14a0089</a:t>
                      </a:r>
                      <a:endParaRPr sz="400">
                        <a:latin typeface="Trebuchet MS"/>
                        <a:cs typeface="Trebuchet MS"/>
                      </a:endParaRPr>
                    </a:p>
                  </a:txBody>
                  <a:tcPr marL="0" marR="0" marB="0" marT="6350">
                    <a:lnL w="9525">
                      <a:solidFill>
                        <a:srgbClr val="F9F9F5"/>
                      </a:solidFill>
                      <a:prstDash val="solid"/>
                    </a:lnL>
                    <a:lnR w="9525">
                      <a:solidFill>
                        <a:srgbClr val="F9F9F5"/>
                      </a:solidFill>
                      <a:prstDash val="solid"/>
                    </a:lnR>
                    <a:solidFill>
                      <a:srgbClr val="FFFFFF">
                        <a:alpha val="391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55880">
                        <a:lnSpc>
                          <a:spcPct val="100000"/>
                        </a:lnSpc>
                        <a:spcBef>
                          <a:spcPts val="50"/>
                        </a:spcBef>
                      </a:pPr>
                      <a:r>
                        <a:rPr dirty="0" sz="400" spc="-1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/apps</a:t>
                      </a:r>
                      <a:r>
                        <a:rPr dirty="0" sz="400" spc="15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 </a:t>
                      </a:r>
                      <a:r>
                        <a:rPr dirty="0" sz="400" spc="-25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1T,/esdata</a:t>
                      </a:r>
                      <a:r>
                        <a:rPr dirty="0" sz="400" spc="15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 </a:t>
                      </a:r>
                      <a:r>
                        <a:rPr dirty="0" sz="400" spc="-25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3T</a:t>
                      </a:r>
                      <a:endParaRPr sz="400">
                        <a:latin typeface="Trebuchet MS"/>
                        <a:cs typeface="Trebuchet MS"/>
                      </a:endParaRPr>
                    </a:p>
                  </a:txBody>
                  <a:tcPr marL="0" marR="0" marB="0" marT="6350">
                    <a:lnL w="9525">
                      <a:solidFill>
                        <a:srgbClr val="F9F9F5"/>
                      </a:solidFill>
                      <a:prstDash val="solid"/>
                    </a:lnL>
                    <a:lnR w="9525">
                      <a:solidFill>
                        <a:srgbClr val="F9F9F5"/>
                      </a:solidFill>
                      <a:prstDash val="solid"/>
                    </a:lnR>
                    <a:solidFill>
                      <a:srgbClr val="FFFFFF">
                        <a:alpha val="391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55244">
                        <a:lnSpc>
                          <a:spcPct val="100000"/>
                        </a:lnSpc>
                        <a:spcBef>
                          <a:spcPts val="50"/>
                        </a:spcBef>
                      </a:pPr>
                      <a:r>
                        <a:rPr dirty="0" sz="40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Elasticsearch</a:t>
                      </a:r>
                      <a:r>
                        <a:rPr dirty="0" sz="400" spc="-3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 </a:t>
                      </a:r>
                      <a:r>
                        <a:rPr dirty="0" sz="400" spc="-2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7.17</a:t>
                      </a:r>
                      <a:endParaRPr sz="400">
                        <a:latin typeface="Trebuchet MS"/>
                        <a:cs typeface="Trebuchet MS"/>
                      </a:endParaRPr>
                    </a:p>
                  </a:txBody>
                  <a:tcPr marL="0" marR="0" marB="0" marT="6350">
                    <a:lnL w="9525">
                      <a:solidFill>
                        <a:srgbClr val="F9F9F5"/>
                      </a:solidFill>
                      <a:prstDash val="solid"/>
                    </a:lnL>
                    <a:lnR w="9525">
                      <a:solidFill>
                        <a:srgbClr val="F9F9F5"/>
                      </a:solidFill>
                      <a:prstDash val="solid"/>
                    </a:lnR>
                    <a:solidFill>
                      <a:srgbClr val="FFFFFF">
                        <a:alpha val="391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400">
                        <a:latin typeface="Times New Roman"/>
                        <a:cs typeface="Times New Roman"/>
                      </a:endParaRPr>
                    </a:p>
                  </a:txBody>
                  <a:tcPr marL="0" marR="0" marB="0" marT="0">
                    <a:lnL w="9525">
                      <a:solidFill>
                        <a:srgbClr val="F9F9F5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solidFill>
                      <a:srgbClr val="FFFFFF">
                        <a:alpha val="3919"/>
                      </a:srgbClr>
                    </a:solidFill>
                  </a:tcPr>
                </a:tc>
              </a:tr>
              <a:tr h="85725">
                <a:tc>
                  <a:txBody>
                    <a:bodyPr/>
                    <a:lstStyle/>
                    <a:p>
                      <a:pPr marL="51435">
                        <a:lnSpc>
                          <a:spcPct val="100000"/>
                        </a:lnSpc>
                        <a:spcBef>
                          <a:spcPts val="50"/>
                        </a:spcBef>
                      </a:pPr>
                      <a:r>
                        <a:rPr dirty="0" sz="400" spc="-1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ppvra60a0195</a:t>
                      </a:r>
                      <a:endParaRPr sz="400">
                        <a:latin typeface="Trebuchet MS"/>
                        <a:cs typeface="Trebuchet MS"/>
                      </a:endParaRPr>
                    </a:p>
                  </a:txBody>
                  <a:tcPr marL="0" marR="0" marB="0" marT="6350">
                    <a:lnL w="19050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F9F9F5"/>
                      </a:solidFill>
                      <a:prstDash val="solid"/>
                    </a:lnR>
                    <a:solidFill>
                      <a:srgbClr val="000000">
                        <a:alpha val="391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59055">
                        <a:lnSpc>
                          <a:spcPct val="100000"/>
                        </a:lnSpc>
                        <a:spcBef>
                          <a:spcPts val="50"/>
                        </a:spcBef>
                      </a:pPr>
                      <a:r>
                        <a:rPr dirty="0" sz="400" spc="-2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Prod</a:t>
                      </a:r>
                      <a:endParaRPr sz="400">
                        <a:latin typeface="Trebuchet MS"/>
                        <a:cs typeface="Trebuchet MS"/>
                      </a:endParaRPr>
                    </a:p>
                  </a:txBody>
                  <a:tcPr marL="0" marR="0" marB="0" marT="6350">
                    <a:lnL w="9525">
                      <a:solidFill>
                        <a:srgbClr val="F9F9F5"/>
                      </a:solidFill>
                      <a:prstDash val="solid"/>
                    </a:lnL>
                    <a:lnR w="9525">
                      <a:solidFill>
                        <a:srgbClr val="F9F9F5"/>
                      </a:solidFill>
                      <a:prstDash val="solid"/>
                    </a:lnR>
                    <a:solidFill>
                      <a:srgbClr val="000000">
                        <a:alpha val="391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52069">
                        <a:lnSpc>
                          <a:spcPct val="100000"/>
                        </a:lnSpc>
                        <a:spcBef>
                          <a:spcPts val="50"/>
                        </a:spcBef>
                      </a:pPr>
                      <a:r>
                        <a:rPr dirty="0" sz="400" spc="-1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Garuda </a:t>
                      </a:r>
                      <a:r>
                        <a:rPr dirty="0" sz="400" spc="-2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Data</a:t>
                      </a:r>
                      <a:endParaRPr sz="400">
                        <a:latin typeface="Trebuchet MS"/>
                        <a:cs typeface="Trebuchet MS"/>
                      </a:endParaRPr>
                    </a:p>
                  </a:txBody>
                  <a:tcPr marL="0" marR="0" marB="0" marT="6350">
                    <a:lnL w="9525">
                      <a:solidFill>
                        <a:srgbClr val="F9F9F5"/>
                      </a:solidFill>
                      <a:prstDash val="solid"/>
                    </a:lnL>
                    <a:lnR w="9525">
                      <a:solidFill>
                        <a:srgbClr val="F9F9F5"/>
                      </a:solidFill>
                      <a:prstDash val="solid"/>
                    </a:lnR>
                    <a:solidFill>
                      <a:srgbClr val="000000">
                        <a:alpha val="391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54610">
                        <a:lnSpc>
                          <a:spcPct val="100000"/>
                        </a:lnSpc>
                        <a:spcBef>
                          <a:spcPts val="50"/>
                        </a:spcBef>
                      </a:pPr>
                      <a:r>
                        <a:rPr dirty="0" sz="400" spc="-2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8X64</a:t>
                      </a:r>
                      <a:endParaRPr sz="400">
                        <a:latin typeface="Trebuchet MS"/>
                        <a:cs typeface="Trebuchet MS"/>
                      </a:endParaRPr>
                    </a:p>
                  </a:txBody>
                  <a:tcPr marL="0" marR="0" marB="0" marT="6350">
                    <a:lnL w="9525">
                      <a:solidFill>
                        <a:srgbClr val="F9F9F5"/>
                      </a:solidFill>
                      <a:prstDash val="solid"/>
                    </a:lnL>
                    <a:lnR w="9525">
                      <a:solidFill>
                        <a:srgbClr val="F9F9F5"/>
                      </a:solidFill>
                      <a:prstDash val="solid"/>
                    </a:lnR>
                    <a:solidFill>
                      <a:srgbClr val="000000">
                        <a:alpha val="391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57785">
                        <a:lnSpc>
                          <a:spcPct val="100000"/>
                        </a:lnSpc>
                        <a:spcBef>
                          <a:spcPts val="50"/>
                        </a:spcBef>
                      </a:pPr>
                      <a:r>
                        <a:rPr dirty="0" sz="400" spc="-1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ShoreView</a:t>
                      </a:r>
                      <a:endParaRPr sz="400">
                        <a:latin typeface="Trebuchet MS"/>
                        <a:cs typeface="Trebuchet MS"/>
                      </a:endParaRPr>
                    </a:p>
                  </a:txBody>
                  <a:tcPr marL="0" marR="0" marB="0" marT="6350">
                    <a:lnL w="9525">
                      <a:solidFill>
                        <a:srgbClr val="F9F9F5"/>
                      </a:solidFill>
                      <a:prstDash val="solid"/>
                    </a:lnL>
                    <a:lnR w="9525">
                      <a:solidFill>
                        <a:srgbClr val="F9F9F5"/>
                      </a:solidFill>
                      <a:prstDash val="solid"/>
                    </a:lnR>
                    <a:solidFill>
                      <a:srgbClr val="000000">
                        <a:alpha val="391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50"/>
                        </a:spcBef>
                      </a:pPr>
                      <a:r>
                        <a:rPr dirty="0" sz="400" spc="-25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UTC</a:t>
                      </a:r>
                      <a:endParaRPr sz="400">
                        <a:latin typeface="Trebuchet MS"/>
                        <a:cs typeface="Trebuchet MS"/>
                      </a:endParaRPr>
                    </a:p>
                  </a:txBody>
                  <a:tcPr marL="0" marR="0" marB="0" marT="6350">
                    <a:lnL w="9525">
                      <a:solidFill>
                        <a:srgbClr val="F9F9F5"/>
                      </a:solidFill>
                      <a:prstDash val="solid"/>
                    </a:lnL>
                    <a:lnR w="9525">
                      <a:solidFill>
                        <a:srgbClr val="F9F9F5"/>
                      </a:solidFill>
                      <a:prstDash val="solid"/>
                    </a:lnR>
                    <a:solidFill>
                      <a:srgbClr val="000000">
                        <a:alpha val="391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53340">
                        <a:lnSpc>
                          <a:spcPct val="100000"/>
                        </a:lnSpc>
                        <a:spcBef>
                          <a:spcPts val="50"/>
                        </a:spcBef>
                      </a:pPr>
                      <a:r>
                        <a:rPr dirty="0" sz="400" spc="-1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ppvra15a0089</a:t>
                      </a:r>
                      <a:endParaRPr sz="400">
                        <a:latin typeface="Trebuchet MS"/>
                        <a:cs typeface="Trebuchet MS"/>
                      </a:endParaRPr>
                    </a:p>
                  </a:txBody>
                  <a:tcPr marL="0" marR="0" marB="0" marT="6350">
                    <a:lnL w="9525">
                      <a:solidFill>
                        <a:srgbClr val="F9F9F5"/>
                      </a:solidFill>
                      <a:prstDash val="solid"/>
                    </a:lnL>
                    <a:lnR w="9525">
                      <a:solidFill>
                        <a:srgbClr val="F9F9F5"/>
                      </a:solidFill>
                      <a:prstDash val="solid"/>
                    </a:lnR>
                    <a:solidFill>
                      <a:srgbClr val="000000">
                        <a:alpha val="391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55880">
                        <a:lnSpc>
                          <a:spcPct val="100000"/>
                        </a:lnSpc>
                        <a:spcBef>
                          <a:spcPts val="50"/>
                        </a:spcBef>
                      </a:pPr>
                      <a:r>
                        <a:rPr dirty="0" sz="400" spc="-1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/apps</a:t>
                      </a:r>
                      <a:r>
                        <a:rPr dirty="0" sz="400" spc="15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 </a:t>
                      </a:r>
                      <a:r>
                        <a:rPr dirty="0" sz="400" spc="-25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1T,/esdata</a:t>
                      </a:r>
                      <a:r>
                        <a:rPr dirty="0" sz="400" spc="15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 </a:t>
                      </a:r>
                      <a:r>
                        <a:rPr dirty="0" sz="400" spc="-25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3T</a:t>
                      </a:r>
                      <a:endParaRPr sz="400">
                        <a:latin typeface="Trebuchet MS"/>
                        <a:cs typeface="Trebuchet MS"/>
                      </a:endParaRPr>
                    </a:p>
                  </a:txBody>
                  <a:tcPr marL="0" marR="0" marB="0" marT="6350">
                    <a:lnL w="9525">
                      <a:solidFill>
                        <a:srgbClr val="F9F9F5"/>
                      </a:solidFill>
                      <a:prstDash val="solid"/>
                    </a:lnL>
                    <a:lnR w="9525">
                      <a:solidFill>
                        <a:srgbClr val="F9F9F5"/>
                      </a:solidFill>
                      <a:prstDash val="solid"/>
                    </a:lnR>
                    <a:solidFill>
                      <a:srgbClr val="000000">
                        <a:alpha val="391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55244">
                        <a:lnSpc>
                          <a:spcPct val="100000"/>
                        </a:lnSpc>
                        <a:spcBef>
                          <a:spcPts val="50"/>
                        </a:spcBef>
                      </a:pPr>
                      <a:r>
                        <a:rPr dirty="0" sz="400" spc="-1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Elasticsearch</a:t>
                      </a:r>
                      <a:r>
                        <a:rPr dirty="0" sz="400" spc="85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 </a:t>
                      </a:r>
                      <a:r>
                        <a:rPr dirty="0" sz="400" spc="-2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7.17</a:t>
                      </a:r>
                      <a:endParaRPr sz="400">
                        <a:latin typeface="Trebuchet MS"/>
                        <a:cs typeface="Trebuchet MS"/>
                      </a:endParaRPr>
                    </a:p>
                  </a:txBody>
                  <a:tcPr marL="0" marR="0" marB="0" marT="6350">
                    <a:lnL w="9525">
                      <a:solidFill>
                        <a:srgbClr val="F9F9F5"/>
                      </a:solidFill>
                      <a:prstDash val="solid"/>
                    </a:lnL>
                    <a:lnR w="9525">
                      <a:solidFill>
                        <a:srgbClr val="F9F9F5"/>
                      </a:solidFill>
                      <a:prstDash val="solid"/>
                    </a:lnR>
                    <a:solidFill>
                      <a:srgbClr val="000000">
                        <a:alpha val="391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400">
                        <a:latin typeface="Times New Roman"/>
                        <a:cs typeface="Times New Roman"/>
                      </a:endParaRPr>
                    </a:p>
                  </a:txBody>
                  <a:tcPr marL="0" marR="0" marB="0" marT="0">
                    <a:lnL w="9525">
                      <a:solidFill>
                        <a:srgbClr val="F9F9F5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solidFill>
                      <a:srgbClr val="000000">
                        <a:alpha val="3919"/>
                      </a:srgbClr>
                    </a:solidFill>
                  </a:tcPr>
                </a:tc>
              </a:tr>
              <a:tr h="95250">
                <a:tc>
                  <a:txBody>
                    <a:bodyPr/>
                    <a:lstStyle/>
                    <a:p>
                      <a:pPr marL="51435">
                        <a:lnSpc>
                          <a:spcPct val="100000"/>
                        </a:lnSpc>
                        <a:spcBef>
                          <a:spcPts val="50"/>
                        </a:spcBef>
                      </a:pPr>
                      <a:r>
                        <a:rPr dirty="0" sz="400" spc="-1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ppvra92a0196</a:t>
                      </a:r>
                      <a:endParaRPr sz="400">
                        <a:latin typeface="Trebuchet MS"/>
                        <a:cs typeface="Trebuchet MS"/>
                      </a:endParaRPr>
                    </a:p>
                  </a:txBody>
                  <a:tcPr marL="0" marR="0" marB="0" marT="6350">
                    <a:lnL w="19050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F9F9F5"/>
                      </a:solidFill>
                      <a:prstDash val="solid"/>
                    </a:lnR>
                    <a:solidFill>
                      <a:srgbClr val="FFFFFF">
                        <a:alpha val="391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59055">
                        <a:lnSpc>
                          <a:spcPct val="100000"/>
                        </a:lnSpc>
                        <a:spcBef>
                          <a:spcPts val="50"/>
                        </a:spcBef>
                      </a:pPr>
                      <a:r>
                        <a:rPr dirty="0" sz="400" spc="-2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Prod</a:t>
                      </a:r>
                      <a:endParaRPr sz="400">
                        <a:latin typeface="Trebuchet MS"/>
                        <a:cs typeface="Trebuchet MS"/>
                      </a:endParaRPr>
                    </a:p>
                  </a:txBody>
                  <a:tcPr marL="0" marR="0" marB="0" marT="6350">
                    <a:lnL w="9525">
                      <a:solidFill>
                        <a:srgbClr val="F9F9F5"/>
                      </a:solidFill>
                      <a:prstDash val="solid"/>
                    </a:lnL>
                    <a:lnR w="9525">
                      <a:solidFill>
                        <a:srgbClr val="F9F9F5"/>
                      </a:solidFill>
                      <a:prstDash val="solid"/>
                    </a:lnR>
                    <a:solidFill>
                      <a:srgbClr val="FFFFFF">
                        <a:alpha val="391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52069">
                        <a:lnSpc>
                          <a:spcPct val="100000"/>
                        </a:lnSpc>
                        <a:spcBef>
                          <a:spcPts val="50"/>
                        </a:spcBef>
                      </a:pPr>
                      <a:r>
                        <a:rPr dirty="0" sz="400" spc="-1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Kibana</a:t>
                      </a:r>
                      <a:r>
                        <a:rPr dirty="0" sz="400" spc="25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 </a:t>
                      </a:r>
                      <a:r>
                        <a:rPr dirty="0" sz="400" spc="-1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/Garuda</a:t>
                      </a:r>
                      <a:endParaRPr sz="400">
                        <a:latin typeface="Trebuchet MS"/>
                        <a:cs typeface="Trebuchet MS"/>
                      </a:endParaRPr>
                    </a:p>
                  </a:txBody>
                  <a:tcPr marL="0" marR="0" marB="0" marT="6350">
                    <a:lnL w="9525">
                      <a:solidFill>
                        <a:srgbClr val="F9F9F5"/>
                      </a:solidFill>
                      <a:prstDash val="solid"/>
                    </a:lnL>
                    <a:lnR w="9525">
                      <a:solidFill>
                        <a:srgbClr val="F9F9F5"/>
                      </a:solidFill>
                      <a:prstDash val="solid"/>
                    </a:lnR>
                    <a:solidFill>
                      <a:srgbClr val="FFFFFF">
                        <a:alpha val="391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54610">
                        <a:lnSpc>
                          <a:spcPct val="100000"/>
                        </a:lnSpc>
                        <a:spcBef>
                          <a:spcPts val="50"/>
                        </a:spcBef>
                      </a:pPr>
                      <a:r>
                        <a:rPr dirty="0" sz="400" spc="-2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8X32</a:t>
                      </a:r>
                      <a:endParaRPr sz="400">
                        <a:latin typeface="Trebuchet MS"/>
                        <a:cs typeface="Trebuchet MS"/>
                      </a:endParaRPr>
                    </a:p>
                  </a:txBody>
                  <a:tcPr marL="0" marR="0" marB="0" marT="6350">
                    <a:lnL w="9525">
                      <a:solidFill>
                        <a:srgbClr val="F9F9F5"/>
                      </a:solidFill>
                      <a:prstDash val="solid"/>
                    </a:lnL>
                    <a:lnR w="9525">
                      <a:solidFill>
                        <a:srgbClr val="F9F9F5"/>
                      </a:solidFill>
                      <a:prstDash val="solid"/>
                    </a:lnR>
                    <a:solidFill>
                      <a:srgbClr val="FFFFFF">
                        <a:alpha val="391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57785">
                        <a:lnSpc>
                          <a:spcPct val="100000"/>
                        </a:lnSpc>
                        <a:spcBef>
                          <a:spcPts val="50"/>
                        </a:spcBef>
                      </a:pPr>
                      <a:r>
                        <a:rPr dirty="0" sz="400" spc="-1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ShoreView</a:t>
                      </a:r>
                      <a:endParaRPr sz="400">
                        <a:latin typeface="Trebuchet MS"/>
                        <a:cs typeface="Trebuchet MS"/>
                      </a:endParaRPr>
                    </a:p>
                  </a:txBody>
                  <a:tcPr marL="0" marR="0" marB="0" marT="6350">
                    <a:lnL w="9525">
                      <a:solidFill>
                        <a:srgbClr val="F9F9F5"/>
                      </a:solidFill>
                      <a:prstDash val="solid"/>
                    </a:lnL>
                    <a:lnR w="9525">
                      <a:solidFill>
                        <a:srgbClr val="F9F9F5"/>
                      </a:solidFill>
                      <a:prstDash val="solid"/>
                    </a:lnR>
                    <a:solidFill>
                      <a:srgbClr val="FFFFFF">
                        <a:alpha val="391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50"/>
                        </a:spcBef>
                      </a:pPr>
                      <a:r>
                        <a:rPr dirty="0" sz="400" spc="-25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UTC</a:t>
                      </a:r>
                      <a:endParaRPr sz="400">
                        <a:latin typeface="Trebuchet MS"/>
                        <a:cs typeface="Trebuchet MS"/>
                      </a:endParaRPr>
                    </a:p>
                  </a:txBody>
                  <a:tcPr marL="0" marR="0" marB="0" marT="6350">
                    <a:lnL w="9525">
                      <a:solidFill>
                        <a:srgbClr val="F9F9F5"/>
                      </a:solidFill>
                      <a:prstDash val="solid"/>
                    </a:lnL>
                    <a:lnR w="9525">
                      <a:solidFill>
                        <a:srgbClr val="F9F9F5"/>
                      </a:solidFill>
                      <a:prstDash val="solid"/>
                    </a:lnR>
                    <a:solidFill>
                      <a:srgbClr val="FFFFFF">
                        <a:alpha val="391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53340">
                        <a:lnSpc>
                          <a:spcPct val="100000"/>
                        </a:lnSpc>
                        <a:spcBef>
                          <a:spcPts val="50"/>
                        </a:spcBef>
                      </a:pPr>
                      <a:r>
                        <a:rPr dirty="0" sz="400" spc="-1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ppvra61a0088</a:t>
                      </a:r>
                      <a:endParaRPr sz="400">
                        <a:latin typeface="Trebuchet MS"/>
                        <a:cs typeface="Trebuchet MS"/>
                      </a:endParaRPr>
                    </a:p>
                  </a:txBody>
                  <a:tcPr marL="0" marR="0" marB="0" marT="6350">
                    <a:lnL w="9525">
                      <a:solidFill>
                        <a:srgbClr val="F9F9F5"/>
                      </a:solidFill>
                      <a:prstDash val="solid"/>
                    </a:lnL>
                    <a:lnR w="9525">
                      <a:solidFill>
                        <a:srgbClr val="F9F9F5"/>
                      </a:solidFill>
                      <a:prstDash val="solid"/>
                    </a:lnR>
                    <a:solidFill>
                      <a:srgbClr val="FFFFFF">
                        <a:alpha val="391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55880">
                        <a:lnSpc>
                          <a:spcPct val="100000"/>
                        </a:lnSpc>
                        <a:spcBef>
                          <a:spcPts val="50"/>
                        </a:spcBef>
                      </a:pPr>
                      <a:r>
                        <a:rPr dirty="0" sz="400" spc="-1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/apps</a:t>
                      </a:r>
                      <a:r>
                        <a:rPr dirty="0" sz="400" spc="3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 </a:t>
                      </a:r>
                      <a:r>
                        <a:rPr dirty="0" sz="400" spc="-2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300G,/apps</a:t>
                      </a:r>
                      <a:r>
                        <a:rPr dirty="0" sz="400" spc="3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 </a:t>
                      </a:r>
                      <a:r>
                        <a:rPr dirty="0" sz="400" spc="-2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300G</a:t>
                      </a:r>
                      <a:endParaRPr sz="400">
                        <a:latin typeface="Trebuchet MS"/>
                        <a:cs typeface="Trebuchet MS"/>
                      </a:endParaRPr>
                    </a:p>
                  </a:txBody>
                  <a:tcPr marL="0" marR="0" marB="0" marT="6350">
                    <a:lnL w="9525">
                      <a:solidFill>
                        <a:srgbClr val="F9F9F5"/>
                      </a:solidFill>
                      <a:prstDash val="solid"/>
                    </a:lnL>
                    <a:lnR w="9525">
                      <a:solidFill>
                        <a:srgbClr val="F9F9F5"/>
                      </a:solidFill>
                      <a:prstDash val="solid"/>
                    </a:lnR>
                    <a:solidFill>
                      <a:srgbClr val="FFFFFF">
                        <a:alpha val="391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55244">
                        <a:lnSpc>
                          <a:spcPct val="100000"/>
                        </a:lnSpc>
                        <a:spcBef>
                          <a:spcPts val="50"/>
                        </a:spcBef>
                      </a:pPr>
                      <a:r>
                        <a:rPr dirty="0" sz="40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Elasticsearch</a:t>
                      </a:r>
                      <a:r>
                        <a:rPr dirty="0" sz="400" spc="-1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 Ribana Instance</a:t>
                      </a:r>
                      <a:endParaRPr sz="400">
                        <a:latin typeface="Trebuchet MS"/>
                        <a:cs typeface="Trebuchet MS"/>
                      </a:endParaRPr>
                    </a:p>
                  </a:txBody>
                  <a:tcPr marL="0" marR="0" marB="0" marT="6350">
                    <a:lnL w="9525">
                      <a:solidFill>
                        <a:srgbClr val="F9F9F5"/>
                      </a:solidFill>
                      <a:prstDash val="solid"/>
                    </a:lnL>
                    <a:lnR w="9525">
                      <a:solidFill>
                        <a:srgbClr val="F9F9F5"/>
                      </a:solidFill>
                      <a:prstDash val="solid"/>
                    </a:lnR>
                    <a:solidFill>
                      <a:srgbClr val="FFFFFF">
                        <a:alpha val="391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400">
                        <a:latin typeface="Times New Roman"/>
                        <a:cs typeface="Times New Roman"/>
                      </a:endParaRPr>
                    </a:p>
                  </a:txBody>
                  <a:tcPr marL="0" marR="0" marB="0" marT="0">
                    <a:lnL w="9525">
                      <a:solidFill>
                        <a:srgbClr val="F9F9F5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solidFill>
                      <a:srgbClr val="FFFFFF">
                        <a:alpha val="3919"/>
                      </a:srgbClr>
                    </a:solidFill>
                  </a:tcPr>
                </a:tc>
              </a:tr>
              <a:tr h="85725">
                <a:tc>
                  <a:txBody>
                    <a:bodyPr/>
                    <a:lstStyle/>
                    <a:p>
                      <a:pPr marL="51435">
                        <a:lnSpc>
                          <a:spcPct val="100000"/>
                        </a:lnSpc>
                        <a:spcBef>
                          <a:spcPts val="50"/>
                        </a:spcBef>
                      </a:pPr>
                      <a:r>
                        <a:rPr dirty="0" sz="400" spc="-1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ppvra93a0196</a:t>
                      </a:r>
                      <a:endParaRPr sz="400">
                        <a:latin typeface="Trebuchet MS"/>
                        <a:cs typeface="Trebuchet MS"/>
                      </a:endParaRPr>
                    </a:p>
                  </a:txBody>
                  <a:tcPr marL="0" marR="0" marB="0" marT="6350">
                    <a:lnL w="19050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F9F9F5"/>
                      </a:solidFill>
                      <a:prstDash val="solid"/>
                    </a:lnR>
                    <a:solidFill>
                      <a:srgbClr val="000000">
                        <a:alpha val="391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59055">
                        <a:lnSpc>
                          <a:spcPct val="100000"/>
                        </a:lnSpc>
                        <a:spcBef>
                          <a:spcPts val="50"/>
                        </a:spcBef>
                      </a:pPr>
                      <a:r>
                        <a:rPr dirty="0" sz="400" spc="-2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Prod</a:t>
                      </a:r>
                      <a:endParaRPr sz="400">
                        <a:latin typeface="Trebuchet MS"/>
                        <a:cs typeface="Trebuchet MS"/>
                      </a:endParaRPr>
                    </a:p>
                  </a:txBody>
                  <a:tcPr marL="0" marR="0" marB="0" marT="6350">
                    <a:lnL w="9525">
                      <a:solidFill>
                        <a:srgbClr val="F9F9F5"/>
                      </a:solidFill>
                      <a:prstDash val="solid"/>
                    </a:lnL>
                    <a:lnR w="9525">
                      <a:solidFill>
                        <a:srgbClr val="F9F9F5"/>
                      </a:solidFill>
                      <a:prstDash val="solid"/>
                    </a:lnR>
                    <a:solidFill>
                      <a:srgbClr val="000000">
                        <a:alpha val="391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52069">
                        <a:lnSpc>
                          <a:spcPct val="100000"/>
                        </a:lnSpc>
                        <a:spcBef>
                          <a:spcPts val="50"/>
                        </a:spcBef>
                      </a:pPr>
                      <a:r>
                        <a:rPr dirty="0" sz="400" spc="-1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Kibana</a:t>
                      </a:r>
                      <a:r>
                        <a:rPr dirty="0" sz="40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 </a:t>
                      </a:r>
                      <a:r>
                        <a:rPr dirty="0" sz="400" spc="-5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/</a:t>
                      </a:r>
                      <a:r>
                        <a:rPr dirty="0" sz="40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 </a:t>
                      </a:r>
                      <a:r>
                        <a:rPr dirty="0" sz="400" spc="-1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Garuda</a:t>
                      </a:r>
                      <a:endParaRPr sz="400">
                        <a:latin typeface="Trebuchet MS"/>
                        <a:cs typeface="Trebuchet MS"/>
                      </a:endParaRPr>
                    </a:p>
                  </a:txBody>
                  <a:tcPr marL="0" marR="0" marB="0" marT="6350">
                    <a:lnL w="9525">
                      <a:solidFill>
                        <a:srgbClr val="F9F9F5"/>
                      </a:solidFill>
                      <a:prstDash val="solid"/>
                    </a:lnL>
                    <a:lnR w="9525">
                      <a:solidFill>
                        <a:srgbClr val="F9F9F5"/>
                      </a:solidFill>
                      <a:prstDash val="solid"/>
                    </a:lnR>
                    <a:solidFill>
                      <a:srgbClr val="000000">
                        <a:alpha val="391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54610">
                        <a:lnSpc>
                          <a:spcPct val="100000"/>
                        </a:lnSpc>
                        <a:spcBef>
                          <a:spcPts val="50"/>
                        </a:spcBef>
                      </a:pPr>
                      <a:r>
                        <a:rPr dirty="0" sz="400" spc="-2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8X32</a:t>
                      </a:r>
                      <a:endParaRPr sz="400">
                        <a:latin typeface="Trebuchet MS"/>
                        <a:cs typeface="Trebuchet MS"/>
                      </a:endParaRPr>
                    </a:p>
                  </a:txBody>
                  <a:tcPr marL="0" marR="0" marB="0" marT="6350">
                    <a:lnL w="9525">
                      <a:solidFill>
                        <a:srgbClr val="F9F9F5"/>
                      </a:solidFill>
                      <a:prstDash val="solid"/>
                    </a:lnL>
                    <a:lnR w="9525">
                      <a:solidFill>
                        <a:srgbClr val="F9F9F5"/>
                      </a:solidFill>
                      <a:prstDash val="solid"/>
                    </a:lnR>
                    <a:solidFill>
                      <a:srgbClr val="000000">
                        <a:alpha val="391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57785">
                        <a:lnSpc>
                          <a:spcPct val="100000"/>
                        </a:lnSpc>
                        <a:spcBef>
                          <a:spcPts val="50"/>
                        </a:spcBef>
                      </a:pPr>
                      <a:r>
                        <a:rPr dirty="0" sz="400" spc="-1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ShoreView</a:t>
                      </a:r>
                      <a:endParaRPr sz="400">
                        <a:latin typeface="Trebuchet MS"/>
                        <a:cs typeface="Trebuchet MS"/>
                      </a:endParaRPr>
                    </a:p>
                  </a:txBody>
                  <a:tcPr marL="0" marR="0" marB="0" marT="6350">
                    <a:lnL w="9525">
                      <a:solidFill>
                        <a:srgbClr val="F9F9F5"/>
                      </a:solidFill>
                      <a:prstDash val="solid"/>
                    </a:lnL>
                    <a:lnR w="9525">
                      <a:solidFill>
                        <a:srgbClr val="F9F9F5"/>
                      </a:solidFill>
                      <a:prstDash val="solid"/>
                    </a:lnR>
                    <a:solidFill>
                      <a:srgbClr val="000000">
                        <a:alpha val="391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50"/>
                        </a:spcBef>
                      </a:pPr>
                      <a:r>
                        <a:rPr dirty="0" sz="400" spc="-25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UTC</a:t>
                      </a:r>
                      <a:endParaRPr sz="400">
                        <a:latin typeface="Trebuchet MS"/>
                        <a:cs typeface="Trebuchet MS"/>
                      </a:endParaRPr>
                    </a:p>
                  </a:txBody>
                  <a:tcPr marL="0" marR="0" marB="0" marT="6350">
                    <a:lnL w="9525">
                      <a:solidFill>
                        <a:srgbClr val="F9F9F5"/>
                      </a:solidFill>
                      <a:prstDash val="solid"/>
                    </a:lnL>
                    <a:lnR w="9525">
                      <a:solidFill>
                        <a:srgbClr val="F9F9F5"/>
                      </a:solidFill>
                      <a:prstDash val="solid"/>
                    </a:lnR>
                    <a:solidFill>
                      <a:srgbClr val="000000">
                        <a:alpha val="391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53340">
                        <a:lnSpc>
                          <a:spcPct val="100000"/>
                        </a:lnSpc>
                        <a:spcBef>
                          <a:spcPts val="50"/>
                        </a:spcBef>
                      </a:pPr>
                      <a:r>
                        <a:rPr dirty="0" sz="400" spc="-1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ppvra62a0088</a:t>
                      </a:r>
                      <a:endParaRPr sz="400">
                        <a:latin typeface="Trebuchet MS"/>
                        <a:cs typeface="Trebuchet MS"/>
                      </a:endParaRPr>
                    </a:p>
                  </a:txBody>
                  <a:tcPr marL="0" marR="0" marB="0" marT="6350">
                    <a:lnL w="9525">
                      <a:solidFill>
                        <a:srgbClr val="F9F9F5"/>
                      </a:solidFill>
                      <a:prstDash val="solid"/>
                    </a:lnL>
                    <a:lnR w="9525">
                      <a:solidFill>
                        <a:srgbClr val="F9F9F5"/>
                      </a:solidFill>
                      <a:prstDash val="solid"/>
                    </a:lnR>
                    <a:solidFill>
                      <a:srgbClr val="000000">
                        <a:alpha val="391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55880">
                        <a:lnSpc>
                          <a:spcPct val="100000"/>
                        </a:lnSpc>
                        <a:spcBef>
                          <a:spcPts val="50"/>
                        </a:spcBef>
                      </a:pPr>
                      <a:r>
                        <a:rPr dirty="0" sz="400" spc="-1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/apps</a:t>
                      </a:r>
                      <a:r>
                        <a:rPr dirty="0" sz="400" spc="3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 </a:t>
                      </a:r>
                      <a:r>
                        <a:rPr dirty="0" sz="400" spc="-2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300G,/apps</a:t>
                      </a:r>
                      <a:r>
                        <a:rPr dirty="0" sz="400" spc="3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 </a:t>
                      </a:r>
                      <a:r>
                        <a:rPr dirty="0" sz="400" spc="-2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300G</a:t>
                      </a:r>
                      <a:endParaRPr sz="400">
                        <a:latin typeface="Trebuchet MS"/>
                        <a:cs typeface="Trebuchet MS"/>
                      </a:endParaRPr>
                    </a:p>
                  </a:txBody>
                  <a:tcPr marL="0" marR="0" marB="0" marT="6350">
                    <a:lnL w="9525">
                      <a:solidFill>
                        <a:srgbClr val="F9F9F5"/>
                      </a:solidFill>
                      <a:prstDash val="solid"/>
                    </a:lnL>
                    <a:lnR w="9525">
                      <a:solidFill>
                        <a:srgbClr val="F9F9F5"/>
                      </a:solidFill>
                      <a:prstDash val="solid"/>
                    </a:lnR>
                    <a:solidFill>
                      <a:srgbClr val="000000">
                        <a:alpha val="391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55244">
                        <a:lnSpc>
                          <a:spcPct val="100000"/>
                        </a:lnSpc>
                        <a:spcBef>
                          <a:spcPts val="50"/>
                        </a:spcBef>
                      </a:pPr>
                      <a:r>
                        <a:rPr dirty="0" sz="40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Elasticsearch </a:t>
                      </a:r>
                      <a:r>
                        <a:rPr dirty="0" sz="400" spc="-1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Kibana</a:t>
                      </a:r>
                      <a:r>
                        <a:rPr dirty="0" sz="40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 </a:t>
                      </a:r>
                      <a:r>
                        <a:rPr dirty="0" sz="400" spc="-1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Instance</a:t>
                      </a:r>
                      <a:endParaRPr sz="400">
                        <a:latin typeface="Trebuchet MS"/>
                        <a:cs typeface="Trebuchet MS"/>
                      </a:endParaRPr>
                    </a:p>
                  </a:txBody>
                  <a:tcPr marL="0" marR="0" marB="0" marT="6350">
                    <a:lnL w="9525">
                      <a:solidFill>
                        <a:srgbClr val="F9F9F5"/>
                      </a:solidFill>
                      <a:prstDash val="solid"/>
                    </a:lnL>
                    <a:lnR w="9525">
                      <a:solidFill>
                        <a:srgbClr val="F9F9F5"/>
                      </a:solidFill>
                      <a:prstDash val="solid"/>
                    </a:lnR>
                    <a:solidFill>
                      <a:srgbClr val="000000">
                        <a:alpha val="391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400">
                        <a:latin typeface="Times New Roman"/>
                        <a:cs typeface="Times New Roman"/>
                      </a:endParaRPr>
                    </a:p>
                  </a:txBody>
                  <a:tcPr marL="0" marR="0" marB="0" marT="0">
                    <a:lnL w="9525">
                      <a:solidFill>
                        <a:srgbClr val="F9F9F5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solidFill>
                      <a:srgbClr val="000000">
                        <a:alpha val="3919"/>
                      </a:srgbClr>
                    </a:solidFill>
                  </a:tcPr>
                </a:tc>
              </a:tr>
              <a:tr h="85725">
                <a:tc>
                  <a:txBody>
                    <a:bodyPr/>
                    <a:lstStyle/>
                    <a:p>
                      <a:pPr marL="51435">
                        <a:lnSpc>
                          <a:spcPct val="100000"/>
                        </a:lnSpc>
                        <a:spcBef>
                          <a:spcPts val="50"/>
                        </a:spcBef>
                      </a:pPr>
                      <a:r>
                        <a:rPr dirty="0" sz="400" spc="-1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prvra58a0196</a:t>
                      </a:r>
                      <a:endParaRPr sz="400">
                        <a:latin typeface="Trebuchet MS"/>
                        <a:cs typeface="Trebuchet MS"/>
                      </a:endParaRPr>
                    </a:p>
                  </a:txBody>
                  <a:tcPr marL="0" marR="0" marB="0" marT="6350">
                    <a:lnL w="19050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F9F9F5"/>
                      </a:solidFill>
                      <a:prstDash val="solid"/>
                    </a:lnR>
                    <a:solidFill>
                      <a:srgbClr val="FFFFFF">
                        <a:alpha val="391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59055">
                        <a:lnSpc>
                          <a:spcPct val="100000"/>
                        </a:lnSpc>
                        <a:spcBef>
                          <a:spcPts val="50"/>
                        </a:spcBef>
                      </a:pPr>
                      <a:r>
                        <a:rPr dirty="0" sz="400" spc="-25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BCP</a:t>
                      </a:r>
                      <a:endParaRPr sz="400">
                        <a:latin typeface="Trebuchet MS"/>
                        <a:cs typeface="Trebuchet MS"/>
                      </a:endParaRPr>
                    </a:p>
                  </a:txBody>
                  <a:tcPr marL="0" marR="0" marB="0" marT="6350">
                    <a:lnL w="9525">
                      <a:solidFill>
                        <a:srgbClr val="F9F9F5"/>
                      </a:solidFill>
                      <a:prstDash val="solid"/>
                    </a:lnL>
                    <a:lnR w="9525">
                      <a:solidFill>
                        <a:srgbClr val="F9F9F5"/>
                      </a:solidFill>
                      <a:prstDash val="solid"/>
                    </a:lnR>
                    <a:solidFill>
                      <a:srgbClr val="FFFFFF">
                        <a:alpha val="391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52069">
                        <a:lnSpc>
                          <a:spcPct val="100000"/>
                        </a:lnSpc>
                        <a:spcBef>
                          <a:spcPts val="50"/>
                        </a:spcBef>
                      </a:pPr>
                      <a:r>
                        <a:rPr dirty="0" sz="400" spc="-1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Garuda Master</a:t>
                      </a:r>
                      <a:endParaRPr sz="400">
                        <a:latin typeface="Trebuchet MS"/>
                        <a:cs typeface="Trebuchet MS"/>
                      </a:endParaRPr>
                    </a:p>
                  </a:txBody>
                  <a:tcPr marL="0" marR="0" marB="0" marT="6350">
                    <a:lnL w="9525">
                      <a:solidFill>
                        <a:srgbClr val="F9F9F5"/>
                      </a:solidFill>
                      <a:prstDash val="solid"/>
                    </a:lnL>
                    <a:lnR w="9525">
                      <a:solidFill>
                        <a:srgbClr val="F9F9F5"/>
                      </a:solidFill>
                      <a:prstDash val="solid"/>
                    </a:lnR>
                    <a:solidFill>
                      <a:srgbClr val="FFFFFF">
                        <a:alpha val="391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54610">
                        <a:lnSpc>
                          <a:spcPct val="100000"/>
                        </a:lnSpc>
                        <a:spcBef>
                          <a:spcPts val="50"/>
                        </a:spcBef>
                      </a:pPr>
                      <a:r>
                        <a:rPr dirty="0" sz="400" spc="-2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8X64</a:t>
                      </a:r>
                      <a:endParaRPr sz="400">
                        <a:latin typeface="Trebuchet MS"/>
                        <a:cs typeface="Trebuchet MS"/>
                      </a:endParaRPr>
                    </a:p>
                  </a:txBody>
                  <a:tcPr marL="0" marR="0" marB="0" marT="6350">
                    <a:lnL w="9525">
                      <a:solidFill>
                        <a:srgbClr val="F9F9F5"/>
                      </a:solidFill>
                      <a:prstDash val="solid"/>
                    </a:lnL>
                    <a:lnR w="9525">
                      <a:solidFill>
                        <a:srgbClr val="F9F9F5"/>
                      </a:solidFill>
                      <a:prstDash val="solid"/>
                    </a:lnR>
                    <a:solidFill>
                      <a:srgbClr val="FFFFFF">
                        <a:alpha val="391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57785">
                        <a:lnSpc>
                          <a:spcPct val="100000"/>
                        </a:lnSpc>
                        <a:spcBef>
                          <a:spcPts val="50"/>
                        </a:spcBef>
                      </a:pPr>
                      <a:r>
                        <a:rPr dirty="0" sz="400" spc="-1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Tempe</a:t>
                      </a:r>
                      <a:endParaRPr sz="400">
                        <a:latin typeface="Trebuchet MS"/>
                        <a:cs typeface="Trebuchet MS"/>
                      </a:endParaRPr>
                    </a:p>
                  </a:txBody>
                  <a:tcPr marL="0" marR="0" marB="0" marT="6350">
                    <a:lnL w="9525">
                      <a:solidFill>
                        <a:srgbClr val="F9F9F5"/>
                      </a:solidFill>
                      <a:prstDash val="solid"/>
                    </a:lnL>
                    <a:lnR w="9525">
                      <a:solidFill>
                        <a:srgbClr val="F9F9F5"/>
                      </a:solidFill>
                      <a:prstDash val="solid"/>
                    </a:lnR>
                    <a:solidFill>
                      <a:srgbClr val="FFFFFF">
                        <a:alpha val="391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50"/>
                        </a:spcBef>
                      </a:pPr>
                      <a:r>
                        <a:rPr dirty="0" sz="400" spc="-25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UTC</a:t>
                      </a:r>
                      <a:endParaRPr sz="400">
                        <a:latin typeface="Trebuchet MS"/>
                        <a:cs typeface="Trebuchet MS"/>
                      </a:endParaRPr>
                    </a:p>
                  </a:txBody>
                  <a:tcPr marL="0" marR="0" marB="0" marT="6350">
                    <a:lnL w="9525">
                      <a:solidFill>
                        <a:srgbClr val="F9F9F5"/>
                      </a:solidFill>
                      <a:prstDash val="solid"/>
                    </a:lnL>
                    <a:lnR w="9525">
                      <a:solidFill>
                        <a:srgbClr val="F9F9F5"/>
                      </a:solidFill>
                      <a:prstDash val="solid"/>
                    </a:lnR>
                    <a:solidFill>
                      <a:srgbClr val="FFFFFF">
                        <a:alpha val="391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53340">
                        <a:lnSpc>
                          <a:spcPct val="100000"/>
                        </a:lnSpc>
                        <a:spcBef>
                          <a:spcPts val="50"/>
                        </a:spcBef>
                      </a:pPr>
                      <a:r>
                        <a:rPr dirty="0" sz="400" spc="-1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prvra01a0089</a:t>
                      </a:r>
                      <a:endParaRPr sz="400">
                        <a:latin typeface="Trebuchet MS"/>
                        <a:cs typeface="Trebuchet MS"/>
                      </a:endParaRPr>
                    </a:p>
                  </a:txBody>
                  <a:tcPr marL="0" marR="0" marB="0" marT="6350">
                    <a:lnL w="9525">
                      <a:solidFill>
                        <a:srgbClr val="F9F9F5"/>
                      </a:solidFill>
                      <a:prstDash val="solid"/>
                    </a:lnL>
                    <a:lnR w="9525">
                      <a:solidFill>
                        <a:srgbClr val="F9F9F5"/>
                      </a:solidFill>
                      <a:prstDash val="solid"/>
                    </a:lnR>
                    <a:solidFill>
                      <a:srgbClr val="FFFFFF">
                        <a:alpha val="391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55880">
                        <a:lnSpc>
                          <a:spcPct val="100000"/>
                        </a:lnSpc>
                        <a:spcBef>
                          <a:spcPts val="50"/>
                        </a:spcBef>
                      </a:pPr>
                      <a:r>
                        <a:rPr dirty="0" sz="400" spc="-1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/apps</a:t>
                      </a:r>
                      <a:r>
                        <a:rPr dirty="0" sz="400" spc="3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 </a:t>
                      </a:r>
                      <a:r>
                        <a:rPr dirty="0" sz="400" spc="-2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100G,/esdata</a:t>
                      </a:r>
                      <a:r>
                        <a:rPr dirty="0" sz="400" spc="3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 </a:t>
                      </a:r>
                      <a:r>
                        <a:rPr dirty="0" sz="400" spc="-2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100G</a:t>
                      </a:r>
                      <a:endParaRPr sz="400">
                        <a:latin typeface="Trebuchet MS"/>
                        <a:cs typeface="Trebuchet MS"/>
                      </a:endParaRPr>
                    </a:p>
                  </a:txBody>
                  <a:tcPr marL="0" marR="0" marB="0" marT="6350">
                    <a:lnL w="9525">
                      <a:solidFill>
                        <a:srgbClr val="F9F9F5"/>
                      </a:solidFill>
                      <a:prstDash val="solid"/>
                    </a:lnL>
                    <a:lnR w="9525">
                      <a:solidFill>
                        <a:srgbClr val="F9F9F5"/>
                      </a:solidFill>
                      <a:prstDash val="solid"/>
                    </a:lnR>
                    <a:solidFill>
                      <a:srgbClr val="FFFFFF">
                        <a:alpha val="391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55244">
                        <a:lnSpc>
                          <a:spcPct val="100000"/>
                        </a:lnSpc>
                        <a:spcBef>
                          <a:spcPts val="50"/>
                        </a:spcBef>
                      </a:pPr>
                      <a:r>
                        <a:rPr dirty="0" sz="400" spc="-1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Elasticsearch</a:t>
                      </a:r>
                      <a:r>
                        <a:rPr dirty="0" sz="400" spc="85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 </a:t>
                      </a:r>
                      <a:r>
                        <a:rPr dirty="0" sz="400" spc="-2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7.17</a:t>
                      </a:r>
                      <a:endParaRPr sz="400">
                        <a:latin typeface="Trebuchet MS"/>
                        <a:cs typeface="Trebuchet MS"/>
                      </a:endParaRPr>
                    </a:p>
                  </a:txBody>
                  <a:tcPr marL="0" marR="0" marB="0" marT="6350">
                    <a:lnL w="9525">
                      <a:solidFill>
                        <a:srgbClr val="F9F9F5"/>
                      </a:solidFill>
                      <a:prstDash val="solid"/>
                    </a:lnL>
                    <a:lnR w="9525">
                      <a:solidFill>
                        <a:srgbClr val="F9F9F5"/>
                      </a:solidFill>
                      <a:prstDash val="solid"/>
                    </a:lnR>
                    <a:solidFill>
                      <a:srgbClr val="FFFFFF">
                        <a:alpha val="391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400">
                        <a:latin typeface="Times New Roman"/>
                        <a:cs typeface="Times New Roman"/>
                      </a:endParaRPr>
                    </a:p>
                  </a:txBody>
                  <a:tcPr marL="0" marR="0" marB="0" marT="0">
                    <a:lnL w="9525">
                      <a:solidFill>
                        <a:srgbClr val="F9F9F5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solidFill>
                      <a:srgbClr val="FFFFFF">
                        <a:alpha val="3919"/>
                      </a:srgbClr>
                    </a:solidFill>
                  </a:tcPr>
                </a:tc>
              </a:tr>
              <a:tr h="85725">
                <a:tc>
                  <a:txBody>
                    <a:bodyPr/>
                    <a:lstStyle/>
                    <a:p>
                      <a:pPr marL="51435">
                        <a:lnSpc>
                          <a:spcPct val="100000"/>
                        </a:lnSpc>
                        <a:spcBef>
                          <a:spcPts val="50"/>
                        </a:spcBef>
                      </a:pPr>
                      <a:r>
                        <a:rPr dirty="0" sz="400" spc="-1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prvra59a0196</a:t>
                      </a:r>
                      <a:endParaRPr sz="400">
                        <a:latin typeface="Trebuchet MS"/>
                        <a:cs typeface="Trebuchet MS"/>
                      </a:endParaRPr>
                    </a:p>
                  </a:txBody>
                  <a:tcPr marL="0" marR="0" marB="0" marT="6350">
                    <a:lnL w="19050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F9F9F5"/>
                      </a:solidFill>
                      <a:prstDash val="solid"/>
                    </a:lnR>
                    <a:solidFill>
                      <a:srgbClr val="000000">
                        <a:alpha val="391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59055">
                        <a:lnSpc>
                          <a:spcPct val="100000"/>
                        </a:lnSpc>
                        <a:spcBef>
                          <a:spcPts val="50"/>
                        </a:spcBef>
                      </a:pPr>
                      <a:r>
                        <a:rPr dirty="0" sz="400" spc="-25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BCP</a:t>
                      </a:r>
                      <a:endParaRPr sz="400">
                        <a:latin typeface="Trebuchet MS"/>
                        <a:cs typeface="Trebuchet MS"/>
                      </a:endParaRPr>
                    </a:p>
                  </a:txBody>
                  <a:tcPr marL="0" marR="0" marB="0" marT="6350">
                    <a:lnL w="9525">
                      <a:solidFill>
                        <a:srgbClr val="F9F9F5"/>
                      </a:solidFill>
                      <a:prstDash val="solid"/>
                    </a:lnL>
                    <a:lnR w="9525">
                      <a:solidFill>
                        <a:srgbClr val="F9F9F5"/>
                      </a:solidFill>
                      <a:prstDash val="solid"/>
                    </a:lnR>
                    <a:solidFill>
                      <a:srgbClr val="000000">
                        <a:alpha val="391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52069">
                        <a:lnSpc>
                          <a:spcPct val="100000"/>
                        </a:lnSpc>
                        <a:spcBef>
                          <a:spcPts val="50"/>
                        </a:spcBef>
                      </a:pPr>
                      <a:r>
                        <a:rPr dirty="0" sz="400" spc="-1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Garuda Master</a:t>
                      </a:r>
                      <a:endParaRPr sz="400">
                        <a:latin typeface="Trebuchet MS"/>
                        <a:cs typeface="Trebuchet MS"/>
                      </a:endParaRPr>
                    </a:p>
                  </a:txBody>
                  <a:tcPr marL="0" marR="0" marB="0" marT="6350">
                    <a:lnL w="9525">
                      <a:solidFill>
                        <a:srgbClr val="F9F9F5"/>
                      </a:solidFill>
                      <a:prstDash val="solid"/>
                    </a:lnL>
                    <a:lnR w="9525">
                      <a:solidFill>
                        <a:srgbClr val="F9F9F5"/>
                      </a:solidFill>
                      <a:prstDash val="solid"/>
                    </a:lnR>
                    <a:solidFill>
                      <a:srgbClr val="000000">
                        <a:alpha val="391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54610">
                        <a:lnSpc>
                          <a:spcPct val="100000"/>
                        </a:lnSpc>
                        <a:spcBef>
                          <a:spcPts val="50"/>
                        </a:spcBef>
                      </a:pPr>
                      <a:r>
                        <a:rPr dirty="0" sz="400" spc="-2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8X64</a:t>
                      </a:r>
                      <a:endParaRPr sz="400">
                        <a:latin typeface="Trebuchet MS"/>
                        <a:cs typeface="Trebuchet MS"/>
                      </a:endParaRPr>
                    </a:p>
                  </a:txBody>
                  <a:tcPr marL="0" marR="0" marB="0" marT="6350">
                    <a:lnL w="9525">
                      <a:solidFill>
                        <a:srgbClr val="F9F9F5"/>
                      </a:solidFill>
                      <a:prstDash val="solid"/>
                    </a:lnL>
                    <a:lnR w="9525">
                      <a:solidFill>
                        <a:srgbClr val="F9F9F5"/>
                      </a:solidFill>
                      <a:prstDash val="solid"/>
                    </a:lnR>
                    <a:solidFill>
                      <a:srgbClr val="000000">
                        <a:alpha val="391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57785">
                        <a:lnSpc>
                          <a:spcPct val="100000"/>
                        </a:lnSpc>
                        <a:spcBef>
                          <a:spcPts val="50"/>
                        </a:spcBef>
                      </a:pPr>
                      <a:r>
                        <a:rPr dirty="0" sz="400" spc="-1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Tempe</a:t>
                      </a:r>
                      <a:endParaRPr sz="400">
                        <a:latin typeface="Trebuchet MS"/>
                        <a:cs typeface="Trebuchet MS"/>
                      </a:endParaRPr>
                    </a:p>
                  </a:txBody>
                  <a:tcPr marL="0" marR="0" marB="0" marT="6350">
                    <a:lnL w="9525">
                      <a:solidFill>
                        <a:srgbClr val="F9F9F5"/>
                      </a:solidFill>
                      <a:prstDash val="solid"/>
                    </a:lnL>
                    <a:lnR w="9525">
                      <a:solidFill>
                        <a:srgbClr val="F9F9F5"/>
                      </a:solidFill>
                      <a:prstDash val="solid"/>
                    </a:lnR>
                    <a:solidFill>
                      <a:srgbClr val="000000">
                        <a:alpha val="391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50"/>
                        </a:spcBef>
                      </a:pPr>
                      <a:r>
                        <a:rPr dirty="0" sz="400" spc="-25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UTC</a:t>
                      </a:r>
                      <a:endParaRPr sz="400">
                        <a:latin typeface="Trebuchet MS"/>
                        <a:cs typeface="Trebuchet MS"/>
                      </a:endParaRPr>
                    </a:p>
                  </a:txBody>
                  <a:tcPr marL="0" marR="0" marB="0" marT="6350">
                    <a:lnL w="9525">
                      <a:solidFill>
                        <a:srgbClr val="F9F9F5"/>
                      </a:solidFill>
                      <a:prstDash val="solid"/>
                    </a:lnL>
                    <a:lnR w="9525">
                      <a:solidFill>
                        <a:srgbClr val="F9F9F5"/>
                      </a:solidFill>
                      <a:prstDash val="solid"/>
                    </a:lnR>
                    <a:solidFill>
                      <a:srgbClr val="000000">
                        <a:alpha val="391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53340">
                        <a:lnSpc>
                          <a:spcPct val="100000"/>
                        </a:lnSpc>
                        <a:spcBef>
                          <a:spcPts val="50"/>
                        </a:spcBef>
                      </a:pPr>
                      <a:r>
                        <a:rPr dirty="0" sz="400" spc="-1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prvra02a0089</a:t>
                      </a:r>
                      <a:endParaRPr sz="400">
                        <a:latin typeface="Trebuchet MS"/>
                        <a:cs typeface="Trebuchet MS"/>
                      </a:endParaRPr>
                    </a:p>
                  </a:txBody>
                  <a:tcPr marL="0" marR="0" marB="0" marT="6350">
                    <a:lnL w="9525">
                      <a:solidFill>
                        <a:srgbClr val="F9F9F5"/>
                      </a:solidFill>
                      <a:prstDash val="solid"/>
                    </a:lnL>
                    <a:lnR w="9525">
                      <a:solidFill>
                        <a:srgbClr val="F9F9F5"/>
                      </a:solidFill>
                      <a:prstDash val="solid"/>
                    </a:lnR>
                    <a:solidFill>
                      <a:srgbClr val="000000">
                        <a:alpha val="391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55880">
                        <a:lnSpc>
                          <a:spcPct val="100000"/>
                        </a:lnSpc>
                        <a:spcBef>
                          <a:spcPts val="50"/>
                        </a:spcBef>
                      </a:pPr>
                      <a:r>
                        <a:rPr dirty="0" sz="400" spc="-1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/apps</a:t>
                      </a:r>
                      <a:r>
                        <a:rPr dirty="0" sz="400" spc="3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 </a:t>
                      </a:r>
                      <a:r>
                        <a:rPr dirty="0" sz="400" spc="-2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100G,/esdata</a:t>
                      </a:r>
                      <a:r>
                        <a:rPr dirty="0" sz="400" spc="3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 </a:t>
                      </a:r>
                      <a:r>
                        <a:rPr dirty="0" sz="400" spc="-2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100G</a:t>
                      </a:r>
                      <a:endParaRPr sz="400">
                        <a:latin typeface="Trebuchet MS"/>
                        <a:cs typeface="Trebuchet MS"/>
                      </a:endParaRPr>
                    </a:p>
                  </a:txBody>
                  <a:tcPr marL="0" marR="0" marB="0" marT="6350">
                    <a:lnL w="9525">
                      <a:solidFill>
                        <a:srgbClr val="F9F9F5"/>
                      </a:solidFill>
                      <a:prstDash val="solid"/>
                    </a:lnL>
                    <a:lnR w="9525">
                      <a:solidFill>
                        <a:srgbClr val="F9F9F5"/>
                      </a:solidFill>
                      <a:prstDash val="solid"/>
                    </a:lnR>
                    <a:solidFill>
                      <a:srgbClr val="000000">
                        <a:alpha val="391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55244">
                        <a:lnSpc>
                          <a:spcPct val="100000"/>
                        </a:lnSpc>
                        <a:spcBef>
                          <a:spcPts val="50"/>
                        </a:spcBef>
                      </a:pPr>
                      <a:r>
                        <a:rPr dirty="0" sz="400" spc="-1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Elasticsearch</a:t>
                      </a:r>
                      <a:r>
                        <a:rPr dirty="0" sz="400" spc="85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 </a:t>
                      </a:r>
                      <a:r>
                        <a:rPr dirty="0" sz="400" spc="-2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7.17</a:t>
                      </a:r>
                      <a:endParaRPr sz="400">
                        <a:latin typeface="Trebuchet MS"/>
                        <a:cs typeface="Trebuchet MS"/>
                      </a:endParaRPr>
                    </a:p>
                  </a:txBody>
                  <a:tcPr marL="0" marR="0" marB="0" marT="6350">
                    <a:lnL w="9525">
                      <a:solidFill>
                        <a:srgbClr val="F9F9F5"/>
                      </a:solidFill>
                      <a:prstDash val="solid"/>
                    </a:lnL>
                    <a:lnR w="9525">
                      <a:solidFill>
                        <a:srgbClr val="F9F9F5"/>
                      </a:solidFill>
                      <a:prstDash val="solid"/>
                    </a:lnR>
                    <a:solidFill>
                      <a:srgbClr val="000000">
                        <a:alpha val="391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400">
                        <a:latin typeface="Times New Roman"/>
                        <a:cs typeface="Times New Roman"/>
                      </a:endParaRPr>
                    </a:p>
                  </a:txBody>
                  <a:tcPr marL="0" marR="0" marB="0" marT="0">
                    <a:lnL w="9525">
                      <a:solidFill>
                        <a:srgbClr val="F9F9F5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solidFill>
                      <a:srgbClr val="000000">
                        <a:alpha val="3919"/>
                      </a:srgbClr>
                    </a:solidFill>
                  </a:tcPr>
                </a:tc>
              </a:tr>
              <a:tr h="95250">
                <a:tc>
                  <a:txBody>
                    <a:bodyPr/>
                    <a:lstStyle/>
                    <a:p>
                      <a:pPr marL="51435">
                        <a:lnSpc>
                          <a:spcPct val="100000"/>
                        </a:lnSpc>
                        <a:spcBef>
                          <a:spcPts val="125"/>
                        </a:spcBef>
                      </a:pPr>
                      <a:r>
                        <a:rPr dirty="0" sz="400" spc="-1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prvra60a0196</a:t>
                      </a:r>
                      <a:endParaRPr sz="400">
                        <a:latin typeface="Trebuchet MS"/>
                        <a:cs typeface="Trebuchet MS"/>
                      </a:endParaRPr>
                    </a:p>
                  </a:txBody>
                  <a:tcPr marL="0" marR="0" marB="0" marT="15875">
                    <a:lnL w="19050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F9F9F5"/>
                      </a:solidFill>
                      <a:prstDash val="solid"/>
                    </a:lnR>
                    <a:solidFill>
                      <a:srgbClr val="FFFFFF">
                        <a:alpha val="391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59055">
                        <a:lnSpc>
                          <a:spcPct val="100000"/>
                        </a:lnSpc>
                        <a:spcBef>
                          <a:spcPts val="125"/>
                        </a:spcBef>
                      </a:pPr>
                      <a:r>
                        <a:rPr dirty="0" sz="400" spc="-25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BCP</a:t>
                      </a:r>
                      <a:endParaRPr sz="400">
                        <a:latin typeface="Trebuchet MS"/>
                        <a:cs typeface="Trebuchet MS"/>
                      </a:endParaRPr>
                    </a:p>
                  </a:txBody>
                  <a:tcPr marL="0" marR="0" marB="0" marT="15875">
                    <a:lnL w="9525">
                      <a:solidFill>
                        <a:srgbClr val="F9F9F5"/>
                      </a:solidFill>
                      <a:prstDash val="solid"/>
                    </a:lnL>
                    <a:lnR w="9525">
                      <a:solidFill>
                        <a:srgbClr val="F9F9F5"/>
                      </a:solidFill>
                      <a:prstDash val="solid"/>
                    </a:lnR>
                    <a:solidFill>
                      <a:srgbClr val="FFFFFF">
                        <a:alpha val="391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52069">
                        <a:lnSpc>
                          <a:spcPct val="100000"/>
                        </a:lnSpc>
                        <a:spcBef>
                          <a:spcPts val="125"/>
                        </a:spcBef>
                      </a:pPr>
                      <a:r>
                        <a:rPr dirty="0" sz="400" spc="-1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Garuda Master</a:t>
                      </a:r>
                      <a:endParaRPr sz="400">
                        <a:latin typeface="Trebuchet MS"/>
                        <a:cs typeface="Trebuchet MS"/>
                      </a:endParaRPr>
                    </a:p>
                  </a:txBody>
                  <a:tcPr marL="0" marR="0" marB="0" marT="15875">
                    <a:lnL w="9525">
                      <a:solidFill>
                        <a:srgbClr val="F9F9F5"/>
                      </a:solidFill>
                      <a:prstDash val="solid"/>
                    </a:lnL>
                    <a:lnR w="9525">
                      <a:solidFill>
                        <a:srgbClr val="F9F9F5"/>
                      </a:solidFill>
                      <a:prstDash val="solid"/>
                    </a:lnR>
                    <a:solidFill>
                      <a:srgbClr val="FFFFFF">
                        <a:alpha val="391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54610">
                        <a:lnSpc>
                          <a:spcPct val="100000"/>
                        </a:lnSpc>
                        <a:spcBef>
                          <a:spcPts val="125"/>
                        </a:spcBef>
                      </a:pPr>
                      <a:r>
                        <a:rPr dirty="0" sz="400" spc="-2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8X64</a:t>
                      </a:r>
                      <a:endParaRPr sz="400">
                        <a:latin typeface="Trebuchet MS"/>
                        <a:cs typeface="Trebuchet MS"/>
                      </a:endParaRPr>
                    </a:p>
                  </a:txBody>
                  <a:tcPr marL="0" marR="0" marB="0" marT="15875">
                    <a:lnL w="9525">
                      <a:solidFill>
                        <a:srgbClr val="F9F9F5"/>
                      </a:solidFill>
                      <a:prstDash val="solid"/>
                    </a:lnL>
                    <a:lnR w="9525">
                      <a:solidFill>
                        <a:srgbClr val="F9F9F5"/>
                      </a:solidFill>
                      <a:prstDash val="solid"/>
                    </a:lnR>
                    <a:solidFill>
                      <a:srgbClr val="FFFFFF">
                        <a:alpha val="391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57785">
                        <a:lnSpc>
                          <a:spcPct val="100000"/>
                        </a:lnSpc>
                        <a:spcBef>
                          <a:spcPts val="125"/>
                        </a:spcBef>
                      </a:pPr>
                      <a:r>
                        <a:rPr dirty="0" sz="400" spc="-1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Tempe</a:t>
                      </a:r>
                      <a:endParaRPr sz="400">
                        <a:latin typeface="Trebuchet MS"/>
                        <a:cs typeface="Trebuchet MS"/>
                      </a:endParaRPr>
                    </a:p>
                  </a:txBody>
                  <a:tcPr marL="0" marR="0" marB="0" marT="15875">
                    <a:lnL w="9525">
                      <a:solidFill>
                        <a:srgbClr val="F9F9F5"/>
                      </a:solidFill>
                      <a:prstDash val="solid"/>
                    </a:lnL>
                    <a:lnR w="9525">
                      <a:solidFill>
                        <a:srgbClr val="F9F9F5"/>
                      </a:solidFill>
                      <a:prstDash val="solid"/>
                    </a:lnR>
                    <a:solidFill>
                      <a:srgbClr val="FFFFFF">
                        <a:alpha val="391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125"/>
                        </a:spcBef>
                      </a:pPr>
                      <a:r>
                        <a:rPr dirty="0" sz="400" spc="-25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UTC</a:t>
                      </a:r>
                      <a:endParaRPr sz="400">
                        <a:latin typeface="Trebuchet MS"/>
                        <a:cs typeface="Trebuchet MS"/>
                      </a:endParaRPr>
                    </a:p>
                  </a:txBody>
                  <a:tcPr marL="0" marR="0" marB="0" marT="15875">
                    <a:lnL w="9525">
                      <a:solidFill>
                        <a:srgbClr val="F9F9F5"/>
                      </a:solidFill>
                      <a:prstDash val="solid"/>
                    </a:lnL>
                    <a:lnR w="9525">
                      <a:solidFill>
                        <a:srgbClr val="F9F9F5"/>
                      </a:solidFill>
                      <a:prstDash val="solid"/>
                    </a:lnR>
                    <a:solidFill>
                      <a:srgbClr val="FFFFFF">
                        <a:alpha val="391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53340">
                        <a:lnSpc>
                          <a:spcPct val="100000"/>
                        </a:lnSpc>
                        <a:spcBef>
                          <a:spcPts val="125"/>
                        </a:spcBef>
                      </a:pPr>
                      <a:r>
                        <a:rPr dirty="0" sz="400" spc="-1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prvra03a0089</a:t>
                      </a:r>
                      <a:endParaRPr sz="400">
                        <a:latin typeface="Trebuchet MS"/>
                        <a:cs typeface="Trebuchet MS"/>
                      </a:endParaRPr>
                    </a:p>
                  </a:txBody>
                  <a:tcPr marL="0" marR="0" marB="0" marT="15875">
                    <a:lnL w="9525">
                      <a:solidFill>
                        <a:srgbClr val="F9F9F5"/>
                      </a:solidFill>
                      <a:prstDash val="solid"/>
                    </a:lnL>
                    <a:lnR w="9525">
                      <a:solidFill>
                        <a:srgbClr val="F9F9F5"/>
                      </a:solidFill>
                      <a:prstDash val="solid"/>
                    </a:lnR>
                    <a:solidFill>
                      <a:srgbClr val="FFFFFF">
                        <a:alpha val="391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55880">
                        <a:lnSpc>
                          <a:spcPct val="100000"/>
                        </a:lnSpc>
                        <a:spcBef>
                          <a:spcPts val="125"/>
                        </a:spcBef>
                      </a:pPr>
                      <a:r>
                        <a:rPr dirty="0" sz="400" spc="-1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/apps</a:t>
                      </a:r>
                      <a:r>
                        <a:rPr dirty="0" sz="400" spc="3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 </a:t>
                      </a:r>
                      <a:r>
                        <a:rPr dirty="0" sz="400" spc="-2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100G,/esdata</a:t>
                      </a:r>
                      <a:r>
                        <a:rPr dirty="0" sz="400" spc="3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 </a:t>
                      </a:r>
                      <a:r>
                        <a:rPr dirty="0" sz="400" spc="-2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100G</a:t>
                      </a:r>
                      <a:endParaRPr sz="400">
                        <a:latin typeface="Trebuchet MS"/>
                        <a:cs typeface="Trebuchet MS"/>
                      </a:endParaRPr>
                    </a:p>
                  </a:txBody>
                  <a:tcPr marL="0" marR="0" marB="0" marT="15875">
                    <a:lnL w="9525">
                      <a:solidFill>
                        <a:srgbClr val="F9F9F5"/>
                      </a:solidFill>
                      <a:prstDash val="solid"/>
                    </a:lnL>
                    <a:lnR w="9525">
                      <a:solidFill>
                        <a:srgbClr val="F9F9F5"/>
                      </a:solidFill>
                      <a:prstDash val="solid"/>
                    </a:lnR>
                    <a:solidFill>
                      <a:srgbClr val="FFFFFF">
                        <a:alpha val="391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55244">
                        <a:lnSpc>
                          <a:spcPct val="100000"/>
                        </a:lnSpc>
                        <a:spcBef>
                          <a:spcPts val="125"/>
                        </a:spcBef>
                      </a:pPr>
                      <a:r>
                        <a:rPr dirty="0" sz="400" spc="-1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Elasticsearch</a:t>
                      </a:r>
                      <a:r>
                        <a:rPr dirty="0" sz="400" spc="85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 </a:t>
                      </a:r>
                      <a:r>
                        <a:rPr dirty="0" sz="400" spc="-2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7.17</a:t>
                      </a:r>
                      <a:endParaRPr sz="400">
                        <a:latin typeface="Trebuchet MS"/>
                        <a:cs typeface="Trebuchet MS"/>
                      </a:endParaRPr>
                    </a:p>
                  </a:txBody>
                  <a:tcPr marL="0" marR="0" marB="0" marT="15875">
                    <a:lnL w="9525">
                      <a:solidFill>
                        <a:srgbClr val="F9F9F5"/>
                      </a:solidFill>
                      <a:prstDash val="solid"/>
                    </a:lnL>
                    <a:lnR w="9525">
                      <a:solidFill>
                        <a:srgbClr val="F9F9F5"/>
                      </a:solidFill>
                      <a:prstDash val="solid"/>
                    </a:lnR>
                    <a:solidFill>
                      <a:srgbClr val="FFFFFF">
                        <a:alpha val="391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400">
                        <a:latin typeface="Times New Roman"/>
                        <a:cs typeface="Times New Roman"/>
                      </a:endParaRPr>
                    </a:p>
                  </a:txBody>
                  <a:tcPr marL="0" marR="0" marB="0" marT="0">
                    <a:lnL w="9525">
                      <a:solidFill>
                        <a:srgbClr val="F9F9F5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solidFill>
                      <a:srgbClr val="FFFFFF">
                        <a:alpha val="3919"/>
                      </a:srgbClr>
                    </a:solidFill>
                  </a:tcPr>
                </a:tc>
              </a:tr>
              <a:tr h="85725">
                <a:tc>
                  <a:txBody>
                    <a:bodyPr/>
                    <a:lstStyle/>
                    <a:p>
                      <a:pPr marL="51435">
                        <a:lnSpc>
                          <a:spcPct val="100000"/>
                        </a:lnSpc>
                        <a:spcBef>
                          <a:spcPts val="50"/>
                        </a:spcBef>
                      </a:pPr>
                      <a:r>
                        <a:rPr dirty="0" sz="400" spc="-1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prvra61a0196</a:t>
                      </a:r>
                      <a:endParaRPr sz="400">
                        <a:latin typeface="Trebuchet MS"/>
                        <a:cs typeface="Trebuchet MS"/>
                      </a:endParaRPr>
                    </a:p>
                  </a:txBody>
                  <a:tcPr marL="0" marR="0" marB="0" marT="6350">
                    <a:lnL w="19050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F9F9F5"/>
                      </a:solidFill>
                      <a:prstDash val="solid"/>
                    </a:lnR>
                    <a:solidFill>
                      <a:srgbClr val="000000">
                        <a:alpha val="391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59055">
                        <a:lnSpc>
                          <a:spcPct val="100000"/>
                        </a:lnSpc>
                        <a:spcBef>
                          <a:spcPts val="50"/>
                        </a:spcBef>
                      </a:pPr>
                      <a:r>
                        <a:rPr dirty="0" sz="400" spc="-25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BCP</a:t>
                      </a:r>
                      <a:endParaRPr sz="400">
                        <a:latin typeface="Trebuchet MS"/>
                        <a:cs typeface="Trebuchet MS"/>
                      </a:endParaRPr>
                    </a:p>
                  </a:txBody>
                  <a:tcPr marL="0" marR="0" marB="0" marT="6350">
                    <a:lnL w="9525">
                      <a:solidFill>
                        <a:srgbClr val="F9F9F5"/>
                      </a:solidFill>
                      <a:prstDash val="solid"/>
                    </a:lnL>
                    <a:lnR w="9525">
                      <a:solidFill>
                        <a:srgbClr val="F9F9F5"/>
                      </a:solidFill>
                      <a:prstDash val="solid"/>
                    </a:lnR>
                    <a:solidFill>
                      <a:srgbClr val="000000">
                        <a:alpha val="391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52069">
                        <a:lnSpc>
                          <a:spcPct val="100000"/>
                        </a:lnSpc>
                        <a:spcBef>
                          <a:spcPts val="50"/>
                        </a:spcBef>
                      </a:pPr>
                      <a:r>
                        <a:rPr dirty="0" sz="400" spc="-1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Garuda </a:t>
                      </a:r>
                      <a:r>
                        <a:rPr dirty="0" sz="400" spc="-2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Data</a:t>
                      </a:r>
                      <a:endParaRPr sz="400">
                        <a:latin typeface="Trebuchet MS"/>
                        <a:cs typeface="Trebuchet MS"/>
                      </a:endParaRPr>
                    </a:p>
                  </a:txBody>
                  <a:tcPr marL="0" marR="0" marB="0" marT="6350">
                    <a:lnL w="9525">
                      <a:solidFill>
                        <a:srgbClr val="F9F9F5"/>
                      </a:solidFill>
                      <a:prstDash val="solid"/>
                    </a:lnL>
                    <a:lnR w="9525">
                      <a:solidFill>
                        <a:srgbClr val="F9F9F5"/>
                      </a:solidFill>
                      <a:prstDash val="solid"/>
                    </a:lnR>
                    <a:solidFill>
                      <a:srgbClr val="000000">
                        <a:alpha val="391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54610">
                        <a:lnSpc>
                          <a:spcPct val="100000"/>
                        </a:lnSpc>
                        <a:spcBef>
                          <a:spcPts val="50"/>
                        </a:spcBef>
                      </a:pPr>
                      <a:r>
                        <a:rPr dirty="0" sz="400" spc="-2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8X64</a:t>
                      </a:r>
                      <a:endParaRPr sz="400">
                        <a:latin typeface="Trebuchet MS"/>
                        <a:cs typeface="Trebuchet MS"/>
                      </a:endParaRPr>
                    </a:p>
                  </a:txBody>
                  <a:tcPr marL="0" marR="0" marB="0" marT="6350">
                    <a:lnL w="9525">
                      <a:solidFill>
                        <a:srgbClr val="F9F9F5"/>
                      </a:solidFill>
                      <a:prstDash val="solid"/>
                    </a:lnL>
                    <a:lnR w="9525">
                      <a:solidFill>
                        <a:srgbClr val="F9F9F5"/>
                      </a:solidFill>
                      <a:prstDash val="solid"/>
                    </a:lnR>
                    <a:solidFill>
                      <a:srgbClr val="000000">
                        <a:alpha val="391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57785">
                        <a:lnSpc>
                          <a:spcPct val="100000"/>
                        </a:lnSpc>
                        <a:spcBef>
                          <a:spcPts val="50"/>
                        </a:spcBef>
                      </a:pPr>
                      <a:r>
                        <a:rPr dirty="0" sz="400" spc="-1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Tempe</a:t>
                      </a:r>
                      <a:endParaRPr sz="400">
                        <a:latin typeface="Trebuchet MS"/>
                        <a:cs typeface="Trebuchet MS"/>
                      </a:endParaRPr>
                    </a:p>
                  </a:txBody>
                  <a:tcPr marL="0" marR="0" marB="0" marT="6350">
                    <a:lnL w="9525">
                      <a:solidFill>
                        <a:srgbClr val="F9F9F5"/>
                      </a:solidFill>
                      <a:prstDash val="solid"/>
                    </a:lnL>
                    <a:lnR w="9525">
                      <a:solidFill>
                        <a:srgbClr val="F9F9F5"/>
                      </a:solidFill>
                      <a:prstDash val="solid"/>
                    </a:lnR>
                    <a:solidFill>
                      <a:srgbClr val="000000">
                        <a:alpha val="391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50"/>
                        </a:spcBef>
                      </a:pPr>
                      <a:r>
                        <a:rPr dirty="0" sz="400" spc="-25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UTC</a:t>
                      </a:r>
                      <a:endParaRPr sz="400">
                        <a:latin typeface="Trebuchet MS"/>
                        <a:cs typeface="Trebuchet MS"/>
                      </a:endParaRPr>
                    </a:p>
                  </a:txBody>
                  <a:tcPr marL="0" marR="0" marB="0" marT="6350">
                    <a:lnL w="9525">
                      <a:solidFill>
                        <a:srgbClr val="F9F9F5"/>
                      </a:solidFill>
                      <a:prstDash val="solid"/>
                    </a:lnL>
                    <a:lnR w="9525">
                      <a:solidFill>
                        <a:srgbClr val="F9F9F5"/>
                      </a:solidFill>
                      <a:prstDash val="solid"/>
                    </a:lnR>
                    <a:solidFill>
                      <a:srgbClr val="000000">
                        <a:alpha val="391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53340">
                        <a:lnSpc>
                          <a:spcPct val="100000"/>
                        </a:lnSpc>
                        <a:spcBef>
                          <a:spcPts val="50"/>
                        </a:spcBef>
                      </a:pPr>
                      <a:r>
                        <a:rPr dirty="0" sz="400" spc="-1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prvralla0089</a:t>
                      </a:r>
                      <a:endParaRPr sz="400">
                        <a:latin typeface="Trebuchet MS"/>
                        <a:cs typeface="Trebuchet MS"/>
                      </a:endParaRPr>
                    </a:p>
                  </a:txBody>
                  <a:tcPr marL="0" marR="0" marB="0" marT="6350">
                    <a:lnL w="9525">
                      <a:solidFill>
                        <a:srgbClr val="F9F9F5"/>
                      </a:solidFill>
                      <a:prstDash val="solid"/>
                    </a:lnL>
                    <a:lnR w="9525">
                      <a:solidFill>
                        <a:srgbClr val="F9F9F5"/>
                      </a:solidFill>
                      <a:prstDash val="solid"/>
                    </a:lnR>
                    <a:solidFill>
                      <a:srgbClr val="000000">
                        <a:alpha val="391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55880">
                        <a:lnSpc>
                          <a:spcPct val="100000"/>
                        </a:lnSpc>
                        <a:spcBef>
                          <a:spcPts val="50"/>
                        </a:spcBef>
                      </a:pPr>
                      <a:r>
                        <a:rPr dirty="0" sz="400" spc="-1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/apps</a:t>
                      </a:r>
                      <a:r>
                        <a:rPr dirty="0" sz="400" spc="15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 </a:t>
                      </a:r>
                      <a:r>
                        <a:rPr dirty="0" sz="400" spc="-25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1T,/esdata</a:t>
                      </a:r>
                      <a:r>
                        <a:rPr dirty="0" sz="400" spc="15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 </a:t>
                      </a:r>
                      <a:r>
                        <a:rPr dirty="0" sz="400" spc="-25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3T</a:t>
                      </a:r>
                      <a:endParaRPr sz="400">
                        <a:latin typeface="Trebuchet MS"/>
                        <a:cs typeface="Trebuchet MS"/>
                      </a:endParaRPr>
                    </a:p>
                  </a:txBody>
                  <a:tcPr marL="0" marR="0" marB="0" marT="6350">
                    <a:lnL w="9525">
                      <a:solidFill>
                        <a:srgbClr val="F9F9F5"/>
                      </a:solidFill>
                      <a:prstDash val="solid"/>
                    </a:lnL>
                    <a:lnR w="9525">
                      <a:solidFill>
                        <a:srgbClr val="F9F9F5"/>
                      </a:solidFill>
                      <a:prstDash val="solid"/>
                    </a:lnR>
                    <a:solidFill>
                      <a:srgbClr val="000000">
                        <a:alpha val="391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55244">
                        <a:lnSpc>
                          <a:spcPct val="100000"/>
                        </a:lnSpc>
                        <a:spcBef>
                          <a:spcPts val="50"/>
                        </a:spcBef>
                      </a:pPr>
                      <a:r>
                        <a:rPr dirty="0" sz="40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Elasticsearch</a:t>
                      </a:r>
                      <a:r>
                        <a:rPr dirty="0" sz="400" spc="-3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 </a:t>
                      </a:r>
                      <a:r>
                        <a:rPr dirty="0" sz="400" spc="-2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7.17</a:t>
                      </a:r>
                      <a:endParaRPr sz="400">
                        <a:latin typeface="Trebuchet MS"/>
                        <a:cs typeface="Trebuchet MS"/>
                      </a:endParaRPr>
                    </a:p>
                  </a:txBody>
                  <a:tcPr marL="0" marR="0" marB="0" marT="6350">
                    <a:lnL w="9525">
                      <a:solidFill>
                        <a:srgbClr val="F9F9F5"/>
                      </a:solidFill>
                      <a:prstDash val="solid"/>
                    </a:lnL>
                    <a:lnR w="9525">
                      <a:solidFill>
                        <a:srgbClr val="F9F9F5"/>
                      </a:solidFill>
                      <a:prstDash val="solid"/>
                    </a:lnR>
                    <a:solidFill>
                      <a:srgbClr val="000000">
                        <a:alpha val="391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400">
                        <a:latin typeface="Times New Roman"/>
                        <a:cs typeface="Times New Roman"/>
                      </a:endParaRPr>
                    </a:p>
                  </a:txBody>
                  <a:tcPr marL="0" marR="0" marB="0" marT="0">
                    <a:lnL w="9525">
                      <a:solidFill>
                        <a:srgbClr val="F9F9F5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solidFill>
                      <a:srgbClr val="000000">
                        <a:alpha val="3919"/>
                      </a:srgbClr>
                    </a:solidFill>
                  </a:tcPr>
                </a:tc>
              </a:tr>
              <a:tr h="85725">
                <a:tc>
                  <a:txBody>
                    <a:bodyPr/>
                    <a:lstStyle/>
                    <a:p>
                      <a:pPr marL="51435">
                        <a:lnSpc>
                          <a:spcPct val="100000"/>
                        </a:lnSpc>
                        <a:spcBef>
                          <a:spcPts val="50"/>
                        </a:spcBef>
                      </a:pPr>
                      <a:r>
                        <a:rPr dirty="0" sz="400" spc="-1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prvra62a0196</a:t>
                      </a:r>
                      <a:endParaRPr sz="400">
                        <a:latin typeface="Trebuchet MS"/>
                        <a:cs typeface="Trebuchet MS"/>
                      </a:endParaRPr>
                    </a:p>
                  </a:txBody>
                  <a:tcPr marL="0" marR="0" marB="0" marT="6350">
                    <a:lnL w="19050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F9F9F5"/>
                      </a:solidFill>
                      <a:prstDash val="solid"/>
                    </a:lnR>
                    <a:solidFill>
                      <a:srgbClr val="FFFFFF">
                        <a:alpha val="391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59055">
                        <a:lnSpc>
                          <a:spcPct val="100000"/>
                        </a:lnSpc>
                        <a:spcBef>
                          <a:spcPts val="50"/>
                        </a:spcBef>
                      </a:pPr>
                      <a:r>
                        <a:rPr dirty="0" sz="400" spc="-25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BCP</a:t>
                      </a:r>
                      <a:endParaRPr sz="400">
                        <a:latin typeface="Trebuchet MS"/>
                        <a:cs typeface="Trebuchet MS"/>
                      </a:endParaRPr>
                    </a:p>
                  </a:txBody>
                  <a:tcPr marL="0" marR="0" marB="0" marT="6350">
                    <a:lnL w="9525">
                      <a:solidFill>
                        <a:srgbClr val="F9F9F5"/>
                      </a:solidFill>
                      <a:prstDash val="solid"/>
                    </a:lnL>
                    <a:lnR w="9525">
                      <a:solidFill>
                        <a:srgbClr val="F9F9F5"/>
                      </a:solidFill>
                      <a:prstDash val="solid"/>
                    </a:lnR>
                    <a:solidFill>
                      <a:srgbClr val="FFFFFF">
                        <a:alpha val="391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52069">
                        <a:lnSpc>
                          <a:spcPct val="100000"/>
                        </a:lnSpc>
                        <a:spcBef>
                          <a:spcPts val="50"/>
                        </a:spcBef>
                      </a:pPr>
                      <a:r>
                        <a:rPr dirty="0" sz="400" spc="-1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Garuda </a:t>
                      </a:r>
                      <a:r>
                        <a:rPr dirty="0" sz="400" spc="-2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Data</a:t>
                      </a:r>
                      <a:endParaRPr sz="400">
                        <a:latin typeface="Trebuchet MS"/>
                        <a:cs typeface="Trebuchet MS"/>
                      </a:endParaRPr>
                    </a:p>
                  </a:txBody>
                  <a:tcPr marL="0" marR="0" marB="0" marT="6350">
                    <a:lnL w="9525">
                      <a:solidFill>
                        <a:srgbClr val="F9F9F5"/>
                      </a:solidFill>
                      <a:prstDash val="solid"/>
                    </a:lnL>
                    <a:lnR w="9525">
                      <a:solidFill>
                        <a:srgbClr val="F9F9F5"/>
                      </a:solidFill>
                      <a:prstDash val="solid"/>
                    </a:lnR>
                    <a:solidFill>
                      <a:srgbClr val="FFFFFF">
                        <a:alpha val="391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54610">
                        <a:lnSpc>
                          <a:spcPct val="100000"/>
                        </a:lnSpc>
                        <a:spcBef>
                          <a:spcPts val="50"/>
                        </a:spcBef>
                      </a:pPr>
                      <a:r>
                        <a:rPr dirty="0" sz="400" spc="-2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8X64</a:t>
                      </a:r>
                      <a:endParaRPr sz="400">
                        <a:latin typeface="Trebuchet MS"/>
                        <a:cs typeface="Trebuchet MS"/>
                      </a:endParaRPr>
                    </a:p>
                  </a:txBody>
                  <a:tcPr marL="0" marR="0" marB="0" marT="6350">
                    <a:lnL w="9525">
                      <a:solidFill>
                        <a:srgbClr val="F9F9F5"/>
                      </a:solidFill>
                      <a:prstDash val="solid"/>
                    </a:lnL>
                    <a:lnR w="9525">
                      <a:solidFill>
                        <a:srgbClr val="F9F9F5"/>
                      </a:solidFill>
                      <a:prstDash val="solid"/>
                    </a:lnR>
                    <a:solidFill>
                      <a:srgbClr val="FFFFFF">
                        <a:alpha val="391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57785">
                        <a:lnSpc>
                          <a:spcPct val="100000"/>
                        </a:lnSpc>
                        <a:spcBef>
                          <a:spcPts val="50"/>
                        </a:spcBef>
                      </a:pPr>
                      <a:r>
                        <a:rPr dirty="0" sz="400" spc="-1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Tempe</a:t>
                      </a:r>
                      <a:endParaRPr sz="400">
                        <a:latin typeface="Trebuchet MS"/>
                        <a:cs typeface="Trebuchet MS"/>
                      </a:endParaRPr>
                    </a:p>
                  </a:txBody>
                  <a:tcPr marL="0" marR="0" marB="0" marT="6350">
                    <a:lnL w="9525">
                      <a:solidFill>
                        <a:srgbClr val="F9F9F5"/>
                      </a:solidFill>
                      <a:prstDash val="solid"/>
                    </a:lnL>
                    <a:lnR w="9525">
                      <a:solidFill>
                        <a:srgbClr val="F9F9F5"/>
                      </a:solidFill>
                      <a:prstDash val="solid"/>
                    </a:lnR>
                    <a:solidFill>
                      <a:srgbClr val="FFFFFF">
                        <a:alpha val="391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50"/>
                        </a:spcBef>
                      </a:pPr>
                      <a:r>
                        <a:rPr dirty="0" sz="400" spc="-25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UTC</a:t>
                      </a:r>
                      <a:endParaRPr sz="400">
                        <a:latin typeface="Trebuchet MS"/>
                        <a:cs typeface="Trebuchet MS"/>
                      </a:endParaRPr>
                    </a:p>
                  </a:txBody>
                  <a:tcPr marL="0" marR="0" marB="0" marT="6350">
                    <a:lnL w="9525">
                      <a:solidFill>
                        <a:srgbClr val="F9F9F5"/>
                      </a:solidFill>
                      <a:prstDash val="solid"/>
                    </a:lnL>
                    <a:lnR w="9525">
                      <a:solidFill>
                        <a:srgbClr val="F9F9F5"/>
                      </a:solidFill>
                      <a:prstDash val="solid"/>
                    </a:lnR>
                    <a:solidFill>
                      <a:srgbClr val="FFFFFF">
                        <a:alpha val="391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53340">
                        <a:lnSpc>
                          <a:spcPct val="100000"/>
                        </a:lnSpc>
                        <a:spcBef>
                          <a:spcPts val="50"/>
                        </a:spcBef>
                      </a:pPr>
                      <a:r>
                        <a:rPr dirty="0" sz="400" spc="-1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prvra12a0089</a:t>
                      </a:r>
                      <a:endParaRPr sz="400">
                        <a:latin typeface="Trebuchet MS"/>
                        <a:cs typeface="Trebuchet MS"/>
                      </a:endParaRPr>
                    </a:p>
                  </a:txBody>
                  <a:tcPr marL="0" marR="0" marB="0" marT="6350">
                    <a:lnL w="9525">
                      <a:solidFill>
                        <a:srgbClr val="F9F9F5"/>
                      </a:solidFill>
                      <a:prstDash val="solid"/>
                    </a:lnL>
                    <a:lnR w="9525">
                      <a:solidFill>
                        <a:srgbClr val="F9F9F5"/>
                      </a:solidFill>
                      <a:prstDash val="solid"/>
                    </a:lnR>
                    <a:solidFill>
                      <a:srgbClr val="FFFFFF">
                        <a:alpha val="391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55880">
                        <a:lnSpc>
                          <a:spcPct val="100000"/>
                        </a:lnSpc>
                        <a:spcBef>
                          <a:spcPts val="50"/>
                        </a:spcBef>
                      </a:pPr>
                      <a:r>
                        <a:rPr dirty="0" sz="400" spc="-1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/apps</a:t>
                      </a:r>
                      <a:r>
                        <a:rPr dirty="0" sz="400" spc="15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 </a:t>
                      </a:r>
                      <a:r>
                        <a:rPr dirty="0" sz="400" spc="-25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1T,/esdata</a:t>
                      </a:r>
                      <a:r>
                        <a:rPr dirty="0" sz="400" spc="15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 </a:t>
                      </a:r>
                      <a:r>
                        <a:rPr dirty="0" sz="400" spc="-25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3T</a:t>
                      </a:r>
                      <a:endParaRPr sz="400">
                        <a:latin typeface="Trebuchet MS"/>
                        <a:cs typeface="Trebuchet MS"/>
                      </a:endParaRPr>
                    </a:p>
                  </a:txBody>
                  <a:tcPr marL="0" marR="0" marB="0" marT="6350">
                    <a:lnL w="9525">
                      <a:solidFill>
                        <a:srgbClr val="F9F9F5"/>
                      </a:solidFill>
                      <a:prstDash val="solid"/>
                    </a:lnL>
                    <a:lnR w="9525">
                      <a:solidFill>
                        <a:srgbClr val="F9F9F5"/>
                      </a:solidFill>
                      <a:prstDash val="solid"/>
                    </a:lnR>
                    <a:solidFill>
                      <a:srgbClr val="FFFFFF">
                        <a:alpha val="391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55244">
                        <a:lnSpc>
                          <a:spcPct val="100000"/>
                        </a:lnSpc>
                        <a:spcBef>
                          <a:spcPts val="50"/>
                        </a:spcBef>
                      </a:pPr>
                      <a:r>
                        <a:rPr dirty="0" sz="40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Elasticsearch</a:t>
                      </a:r>
                      <a:r>
                        <a:rPr dirty="0" sz="400" spc="-3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 </a:t>
                      </a:r>
                      <a:r>
                        <a:rPr dirty="0" sz="400" spc="-2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7.17</a:t>
                      </a:r>
                      <a:endParaRPr sz="400">
                        <a:latin typeface="Trebuchet MS"/>
                        <a:cs typeface="Trebuchet MS"/>
                      </a:endParaRPr>
                    </a:p>
                  </a:txBody>
                  <a:tcPr marL="0" marR="0" marB="0" marT="6350">
                    <a:lnL w="9525">
                      <a:solidFill>
                        <a:srgbClr val="F9F9F5"/>
                      </a:solidFill>
                      <a:prstDash val="solid"/>
                    </a:lnL>
                    <a:lnR w="9525">
                      <a:solidFill>
                        <a:srgbClr val="F9F9F5"/>
                      </a:solidFill>
                      <a:prstDash val="solid"/>
                    </a:lnR>
                    <a:solidFill>
                      <a:srgbClr val="FFFFFF">
                        <a:alpha val="391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400">
                        <a:latin typeface="Times New Roman"/>
                        <a:cs typeface="Times New Roman"/>
                      </a:endParaRPr>
                    </a:p>
                  </a:txBody>
                  <a:tcPr marL="0" marR="0" marB="0" marT="0">
                    <a:lnL w="9525">
                      <a:solidFill>
                        <a:srgbClr val="F9F9F5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solidFill>
                      <a:srgbClr val="FFFFFF">
                        <a:alpha val="3919"/>
                      </a:srgbClr>
                    </a:solidFill>
                  </a:tcPr>
                </a:tc>
              </a:tr>
              <a:tr h="95250">
                <a:tc>
                  <a:txBody>
                    <a:bodyPr/>
                    <a:lstStyle/>
                    <a:p>
                      <a:pPr marL="51435">
                        <a:lnSpc>
                          <a:spcPct val="100000"/>
                        </a:lnSpc>
                        <a:spcBef>
                          <a:spcPts val="50"/>
                        </a:spcBef>
                      </a:pPr>
                      <a:r>
                        <a:rPr dirty="0" sz="400" spc="-1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prvra63a0196</a:t>
                      </a:r>
                      <a:endParaRPr sz="400">
                        <a:latin typeface="Trebuchet MS"/>
                        <a:cs typeface="Trebuchet MS"/>
                      </a:endParaRPr>
                    </a:p>
                  </a:txBody>
                  <a:tcPr marL="0" marR="0" marB="0" marT="6350">
                    <a:lnL w="19050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F9F9F5"/>
                      </a:solidFill>
                      <a:prstDash val="solid"/>
                    </a:lnR>
                    <a:solidFill>
                      <a:srgbClr val="000000">
                        <a:alpha val="391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59055">
                        <a:lnSpc>
                          <a:spcPct val="100000"/>
                        </a:lnSpc>
                        <a:spcBef>
                          <a:spcPts val="50"/>
                        </a:spcBef>
                      </a:pPr>
                      <a:r>
                        <a:rPr dirty="0" sz="400" spc="-25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BCP</a:t>
                      </a:r>
                      <a:endParaRPr sz="400">
                        <a:latin typeface="Trebuchet MS"/>
                        <a:cs typeface="Trebuchet MS"/>
                      </a:endParaRPr>
                    </a:p>
                  </a:txBody>
                  <a:tcPr marL="0" marR="0" marB="0" marT="6350">
                    <a:lnL w="9525">
                      <a:solidFill>
                        <a:srgbClr val="F9F9F5"/>
                      </a:solidFill>
                      <a:prstDash val="solid"/>
                    </a:lnL>
                    <a:lnR w="9525">
                      <a:solidFill>
                        <a:srgbClr val="F9F9F5"/>
                      </a:solidFill>
                      <a:prstDash val="solid"/>
                    </a:lnR>
                    <a:solidFill>
                      <a:srgbClr val="000000">
                        <a:alpha val="391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52069">
                        <a:lnSpc>
                          <a:spcPct val="100000"/>
                        </a:lnSpc>
                        <a:spcBef>
                          <a:spcPts val="50"/>
                        </a:spcBef>
                      </a:pPr>
                      <a:r>
                        <a:rPr dirty="0" sz="400" spc="-1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Garuda </a:t>
                      </a:r>
                      <a:r>
                        <a:rPr dirty="0" sz="400" spc="-2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Data</a:t>
                      </a:r>
                      <a:endParaRPr sz="400">
                        <a:latin typeface="Trebuchet MS"/>
                        <a:cs typeface="Trebuchet MS"/>
                      </a:endParaRPr>
                    </a:p>
                  </a:txBody>
                  <a:tcPr marL="0" marR="0" marB="0" marT="6350">
                    <a:lnL w="9525">
                      <a:solidFill>
                        <a:srgbClr val="F9F9F5"/>
                      </a:solidFill>
                      <a:prstDash val="solid"/>
                    </a:lnL>
                    <a:lnR w="9525">
                      <a:solidFill>
                        <a:srgbClr val="F9F9F5"/>
                      </a:solidFill>
                      <a:prstDash val="solid"/>
                    </a:lnR>
                    <a:solidFill>
                      <a:srgbClr val="000000">
                        <a:alpha val="391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54610">
                        <a:lnSpc>
                          <a:spcPct val="100000"/>
                        </a:lnSpc>
                        <a:spcBef>
                          <a:spcPts val="50"/>
                        </a:spcBef>
                      </a:pPr>
                      <a:r>
                        <a:rPr dirty="0" sz="400" spc="-2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8X64</a:t>
                      </a:r>
                      <a:endParaRPr sz="400">
                        <a:latin typeface="Trebuchet MS"/>
                        <a:cs typeface="Trebuchet MS"/>
                      </a:endParaRPr>
                    </a:p>
                  </a:txBody>
                  <a:tcPr marL="0" marR="0" marB="0" marT="6350">
                    <a:lnL w="9525">
                      <a:solidFill>
                        <a:srgbClr val="F9F9F5"/>
                      </a:solidFill>
                      <a:prstDash val="solid"/>
                    </a:lnL>
                    <a:lnR w="9525">
                      <a:solidFill>
                        <a:srgbClr val="F9F9F5"/>
                      </a:solidFill>
                      <a:prstDash val="solid"/>
                    </a:lnR>
                    <a:solidFill>
                      <a:srgbClr val="000000">
                        <a:alpha val="391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57785">
                        <a:lnSpc>
                          <a:spcPct val="100000"/>
                        </a:lnSpc>
                        <a:spcBef>
                          <a:spcPts val="50"/>
                        </a:spcBef>
                      </a:pPr>
                      <a:r>
                        <a:rPr dirty="0" sz="400" spc="-1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Tempe</a:t>
                      </a:r>
                      <a:endParaRPr sz="400">
                        <a:latin typeface="Trebuchet MS"/>
                        <a:cs typeface="Trebuchet MS"/>
                      </a:endParaRPr>
                    </a:p>
                  </a:txBody>
                  <a:tcPr marL="0" marR="0" marB="0" marT="6350">
                    <a:lnL w="9525">
                      <a:solidFill>
                        <a:srgbClr val="F9F9F5"/>
                      </a:solidFill>
                      <a:prstDash val="solid"/>
                    </a:lnL>
                    <a:lnR w="9525">
                      <a:solidFill>
                        <a:srgbClr val="F9F9F5"/>
                      </a:solidFill>
                      <a:prstDash val="solid"/>
                    </a:lnR>
                    <a:solidFill>
                      <a:srgbClr val="000000">
                        <a:alpha val="391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50"/>
                        </a:spcBef>
                      </a:pPr>
                      <a:r>
                        <a:rPr dirty="0" sz="400" spc="-25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UTC</a:t>
                      </a:r>
                      <a:endParaRPr sz="400">
                        <a:latin typeface="Trebuchet MS"/>
                        <a:cs typeface="Trebuchet MS"/>
                      </a:endParaRPr>
                    </a:p>
                  </a:txBody>
                  <a:tcPr marL="0" marR="0" marB="0" marT="6350">
                    <a:lnL w="9525">
                      <a:solidFill>
                        <a:srgbClr val="F9F9F5"/>
                      </a:solidFill>
                      <a:prstDash val="solid"/>
                    </a:lnL>
                    <a:lnR w="9525">
                      <a:solidFill>
                        <a:srgbClr val="F9F9F5"/>
                      </a:solidFill>
                      <a:prstDash val="solid"/>
                    </a:lnR>
                    <a:solidFill>
                      <a:srgbClr val="000000">
                        <a:alpha val="391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53340">
                        <a:lnSpc>
                          <a:spcPct val="100000"/>
                        </a:lnSpc>
                        <a:spcBef>
                          <a:spcPts val="50"/>
                        </a:spcBef>
                      </a:pPr>
                      <a:r>
                        <a:rPr dirty="0" sz="400" spc="-1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prvra13a0089</a:t>
                      </a:r>
                      <a:endParaRPr sz="400">
                        <a:latin typeface="Trebuchet MS"/>
                        <a:cs typeface="Trebuchet MS"/>
                      </a:endParaRPr>
                    </a:p>
                  </a:txBody>
                  <a:tcPr marL="0" marR="0" marB="0" marT="6350">
                    <a:lnL w="9525">
                      <a:solidFill>
                        <a:srgbClr val="F9F9F5"/>
                      </a:solidFill>
                      <a:prstDash val="solid"/>
                    </a:lnL>
                    <a:lnR w="9525">
                      <a:solidFill>
                        <a:srgbClr val="F9F9F5"/>
                      </a:solidFill>
                      <a:prstDash val="solid"/>
                    </a:lnR>
                    <a:solidFill>
                      <a:srgbClr val="000000">
                        <a:alpha val="391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55880">
                        <a:lnSpc>
                          <a:spcPct val="100000"/>
                        </a:lnSpc>
                        <a:spcBef>
                          <a:spcPts val="50"/>
                        </a:spcBef>
                      </a:pPr>
                      <a:r>
                        <a:rPr dirty="0" sz="400" spc="-1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/apps</a:t>
                      </a:r>
                      <a:r>
                        <a:rPr dirty="0" sz="400" spc="15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 </a:t>
                      </a:r>
                      <a:r>
                        <a:rPr dirty="0" sz="400" spc="-25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1T,/esdata</a:t>
                      </a:r>
                      <a:r>
                        <a:rPr dirty="0" sz="400" spc="15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 </a:t>
                      </a:r>
                      <a:r>
                        <a:rPr dirty="0" sz="400" spc="-25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3T</a:t>
                      </a:r>
                      <a:endParaRPr sz="400">
                        <a:latin typeface="Trebuchet MS"/>
                        <a:cs typeface="Trebuchet MS"/>
                      </a:endParaRPr>
                    </a:p>
                  </a:txBody>
                  <a:tcPr marL="0" marR="0" marB="0" marT="6350">
                    <a:lnL w="9525">
                      <a:solidFill>
                        <a:srgbClr val="F9F9F5"/>
                      </a:solidFill>
                      <a:prstDash val="solid"/>
                    </a:lnL>
                    <a:lnR w="9525">
                      <a:solidFill>
                        <a:srgbClr val="F9F9F5"/>
                      </a:solidFill>
                      <a:prstDash val="solid"/>
                    </a:lnR>
                    <a:solidFill>
                      <a:srgbClr val="000000">
                        <a:alpha val="391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55244">
                        <a:lnSpc>
                          <a:spcPct val="100000"/>
                        </a:lnSpc>
                        <a:spcBef>
                          <a:spcPts val="50"/>
                        </a:spcBef>
                      </a:pPr>
                      <a:r>
                        <a:rPr dirty="0" sz="400" spc="-1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Elasticsearch</a:t>
                      </a:r>
                      <a:r>
                        <a:rPr dirty="0" sz="400" spc="85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 </a:t>
                      </a:r>
                      <a:r>
                        <a:rPr dirty="0" sz="400" spc="-2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7.17</a:t>
                      </a:r>
                      <a:endParaRPr sz="400">
                        <a:latin typeface="Trebuchet MS"/>
                        <a:cs typeface="Trebuchet MS"/>
                      </a:endParaRPr>
                    </a:p>
                  </a:txBody>
                  <a:tcPr marL="0" marR="0" marB="0" marT="6350">
                    <a:lnL w="9525">
                      <a:solidFill>
                        <a:srgbClr val="F9F9F5"/>
                      </a:solidFill>
                      <a:prstDash val="solid"/>
                    </a:lnL>
                    <a:lnR w="9525">
                      <a:solidFill>
                        <a:srgbClr val="F9F9F5"/>
                      </a:solidFill>
                      <a:prstDash val="solid"/>
                    </a:lnR>
                    <a:solidFill>
                      <a:srgbClr val="000000">
                        <a:alpha val="391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400">
                        <a:latin typeface="Times New Roman"/>
                        <a:cs typeface="Times New Roman"/>
                      </a:endParaRPr>
                    </a:p>
                  </a:txBody>
                  <a:tcPr marL="0" marR="0" marB="0" marT="0">
                    <a:lnL w="9525">
                      <a:solidFill>
                        <a:srgbClr val="F9F9F5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solidFill>
                      <a:srgbClr val="000000">
                        <a:alpha val="3919"/>
                      </a:srgbClr>
                    </a:solidFill>
                  </a:tcPr>
                </a:tc>
              </a:tr>
              <a:tr h="85725">
                <a:tc>
                  <a:txBody>
                    <a:bodyPr/>
                    <a:lstStyle/>
                    <a:p>
                      <a:pPr marL="51435">
                        <a:lnSpc>
                          <a:spcPct val="100000"/>
                        </a:lnSpc>
                        <a:spcBef>
                          <a:spcPts val="50"/>
                        </a:spcBef>
                      </a:pPr>
                      <a:r>
                        <a:rPr dirty="0" sz="400" spc="-1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prvra64a0196</a:t>
                      </a:r>
                      <a:endParaRPr sz="400">
                        <a:latin typeface="Trebuchet MS"/>
                        <a:cs typeface="Trebuchet MS"/>
                      </a:endParaRPr>
                    </a:p>
                  </a:txBody>
                  <a:tcPr marL="0" marR="0" marB="0" marT="6350">
                    <a:lnL w="19050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F9F9F5"/>
                      </a:solidFill>
                      <a:prstDash val="solid"/>
                    </a:lnR>
                    <a:solidFill>
                      <a:srgbClr val="FFFFFF">
                        <a:alpha val="391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59055">
                        <a:lnSpc>
                          <a:spcPct val="100000"/>
                        </a:lnSpc>
                        <a:spcBef>
                          <a:spcPts val="50"/>
                        </a:spcBef>
                      </a:pPr>
                      <a:r>
                        <a:rPr dirty="0" sz="400" spc="-25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BCP</a:t>
                      </a:r>
                      <a:endParaRPr sz="400">
                        <a:latin typeface="Trebuchet MS"/>
                        <a:cs typeface="Trebuchet MS"/>
                      </a:endParaRPr>
                    </a:p>
                  </a:txBody>
                  <a:tcPr marL="0" marR="0" marB="0" marT="6350">
                    <a:lnL w="9525">
                      <a:solidFill>
                        <a:srgbClr val="F9F9F5"/>
                      </a:solidFill>
                      <a:prstDash val="solid"/>
                    </a:lnL>
                    <a:lnR w="9525">
                      <a:solidFill>
                        <a:srgbClr val="F9F9F5"/>
                      </a:solidFill>
                      <a:prstDash val="solid"/>
                    </a:lnR>
                    <a:solidFill>
                      <a:srgbClr val="FFFFFF">
                        <a:alpha val="391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52069">
                        <a:lnSpc>
                          <a:spcPct val="100000"/>
                        </a:lnSpc>
                        <a:spcBef>
                          <a:spcPts val="50"/>
                        </a:spcBef>
                      </a:pPr>
                      <a:r>
                        <a:rPr dirty="0" sz="400" spc="-1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Garuda </a:t>
                      </a:r>
                      <a:r>
                        <a:rPr dirty="0" sz="400" spc="-2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Data</a:t>
                      </a:r>
                      <a:endParaRPr sz="400">
                        <a:latin typeface="Trebuchet MS"/>
                        <a:cs typeface="Trebuchet MS"/>
                      </a:endParaRPr>
                    </a:p>
                  </a:txBody>
                  <a:tcPr marL="0" marR="0" marB="0" marT="6350">
                    <a:lnL w="9525">
                      <a:solidFill>
                        <a:srgbClr val="F9F9F5"/>
                      </a:solidFill>
                      <a:prstDash val="solid"/>
                    </a:lnL>
                    <a:lnR w="9525">
                      <a:solidFill>
                        <a:srgbClr val="F9F9F5"/>
                      </a:solidFill>
                      <a:prstDash val="solid"/>
                    </a:lnR>
                    <a:solidFill>
                      <a:srgbClr val="FFFFFF">
                        <a:alpha val="391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54610">
                        <a:lnSpc>
                          <a:spcPct val="100000"/>
                        </a:lnSpc>
                        <a:spcBef>
                          <a:spcPts val="50"/>
                        </a:spcBef>
                      </a:pPr>
                      <a:r>
                        <a:rPr dirty="0" sz="400" spc="-2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8X64</a:t>
                      </a:r>
                      <a:endParaRPr sz="400">
                        <a:latin typeface="Trebuchet MS"/>
                        <a:cs typeface="Trebuchet MS"/>
                      </a:endParaRPr>
                    </a:p>
                  </a:txBody>
                  <a:tcPr marL="0" marR="0" marB="0" marT="6350">
                    <a:lnL w="9525">
                      <a:solidFill>
                        <a:srgbClr val="F9F9F5"/>
                      </a:solidFill>
                      <a:prstDash val="solid"/>
                    </a:lnL>
                    <a:lnR w="9525">
                      <a:solidFill>
                        <a:srgbClr val="F9F9F5"/>
                      </a:solidFill>
                      <a:prstDash val="solid"/>
                    </a:lnR>
                    <a:solidFill>
                      <a:srgbClr val="FFFFFF">
                        <a:alpha val="391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57785">
                        <a:lnSpc>
                          <a:spcPct val="100000"/>
                        </a:lnSpc>
                        <a:spcBef>
                          <a:spcPts val="50"/>
                        </a:spcBef>
                      </a:pPr>
                      <a:r>
                        <a:rPr dirty="0" sz="400" spc="-1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Tempe</a:t>
                      </a:r>
                      <a:endParaRPr sz="400">
                        <a:latin typeface="Trebuchet MS"/>
                        <a:cs typeface="Trebuchet MS"/>
                      </a:endParaRPr>
                    </a:p>
                  </a:txBody>
                  <a:tcPr marL="0" marR="0" marB="0" marT="6350">
                    <a:lnL w="9525">
                      <a:solidFill>
                        <a:srgbClr val="F9F9F5"/>
                      </a:solidFill>
                      <a:prstDash val="solid"/>
                    </a:lnL>
                    <a:lnR w="9525">
                      <a:solidFill>
                        <a:srgbClr val="F9F9F5"/>
                      </a:solidFill>
                      <a:prstDash val="solid"/>
                    </a:lnR>
                    <a:solidFill>
                      <a:srgbClr val="FFFFFF">
                        <a:alpha val="391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50"/>
                        </a:spcBef>
                      </a:pPr>
                      <a:r>
                        <a:rPr dirty="0" sz="400" spc="-25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UTC</a:t>
                      </a:r>
                      <a:endParaRPr sz="400">
                        <a:latin typeface="Trebuchet MS"/>
                        <a:cs typeface="Trebuchet MS"/>
                      </a:endParaRPr>
                    </a:p>
                  </a:txBody>
                  <a:tcPr marL="0" marR="0" marB="0" marT="6350">
                    <a:lnL w="9525">
                      <a:solidFill>
                        <a:srgbClr val="F9F9F5"/>
                      </a:solidFill>
                      <a:prstDash val="solid"/>
                    </a:lnL>
                    <a:lnR w="9525">
                      <a:solidFill>
                        <a:srgbClr val="F9F9F5"/>
                      </a:solidFill>
                      <a:prstDash val="solid"/>
                    </a:lnR>
                    <a:solidFill>
                      <a:srgbClr val="FFFFFF">
                        <a:alpha val="391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53340">
                        <a:lnSpc>
                          <a:spcPct val="100000"/>
                        </a:lnSpc>
                        <a:spcBef>
                          <a:spcPts val="50"/>
                        </a:spcBef>
                      </a:pPr>
                      <a:r>
                        <a:rPr dirty="0" sz="400" spc="-1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prvra14a0089</a:t>
                      </a:r>
                      <a:endParaRPr sz="400">
                        <a:latin typeface="Trebuchet MS"/>
                        <a:cs typeface="Trebuchet MS"/>
                      </a:endParaRPr>
                    </a:p>
                  </a:txBody>
                  <a:tcPr marL="0" marR="0" marB="0" marT="6350">
                    <a:lnL w="9525">
                      <a:solidFill>
                        <a:srgbClr val="F9F9F5"/>
                      </a:solidFill>
                      <a:prstDash val="solid"/>
                    </a:lnL>
                    <a:lnR w="9525">
                      <a:solidFill>
                        <a:srgbClr val="F9F9F5"/>
                      </a:solidFill>
                      <a:prstDash val="solid"/>
                    </a:lnR>
                    <a:solidFill>
                      <a:srgbClr val="FFFFFF">
                        <a:alpha val="391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55880">
                        <a:lnSpc>
                          <a:spcPct val="100000"/>
                        </a:lnSpc>
                        <a:spcBef>
                          <a:spcPts val="50"/>
                        </a:spcBef>
                      </a:pPr>
                      <a:r>
                        <a:rPr dirty="0" sz="400" spc="-1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/apps</a:t>
                      </a:r>
                      <a:r>
                        <a:rPr dirty="0" sz="400" spc="15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 </a:t>
                      </a:r>
                      <a:r>
                        <a:rPr dirty="0" sz="400" spc="-25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1T,/esdata</a:t>
                      </a:r>
                      <a:r>
                        <a:rPr dirty="0" sz="400" spc="15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 </a:t>
                      </a:r>
                      <a:r>
                        <a:rPr dirty="0" sz="400" spc="-25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3T</a:t>
                      </a:r>
                      <a:endParaRPr sz="400">
                        <a:latin typeface="Trebuchet MS"/>
                        <a:cs typeface="Trebuchet MS"/>
                      </a:endParaRPr>
                    </a:p>
                  </a:txBody>
                  <a:tcPr marL="0" marR="0" marB="0" marT="6350">
                    <a:lnL w="9525">
                      <a:solidFill>
                        <a:srgbClr val="F9F9F5"/>
                      </a:solidFill>
                      <a:prstDash val="solid"/>
                    </a:lnL>
                    <a:lnR w="9525">
                      <a:solidFill>
                        <a:srgbClr val="F9F9F5"/>
                      </a:solidFill>
                      <a:prstDash val="solid"/>
                    </a:lnR>
                    <a:solidFill>
                      <a:srgbClr val="FFFFFF">
                        <a:alpha val="391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55244">
                        <a:lnSpc>
                          <a:spcPct val="100000"/>
                        </a:lnSpc>
                        <a:spcBef>
                          <a:spcPts val="50"/>
                        </a:spcBef>
                      </a:pPr>
                      <a:r>
                        <a:rPr dirty="0" sz="400" spc="-1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Elasticsearch</a:t>
                      </a:r>
                      <a:r>
                        <a:rPr dirty="0" sz="400" spc="85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 </a:t>
                      </a:r>
                      <a:r>
                        <a:rPr dirty="0" sz="400" spc="-2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7.17</a:t>
                      </a:r>
                      <a:endParaRPr sz="400">
                        <a:latin typeface="Trebuchet MS"/>
                        <a:cs typeface="Trebuchet MS"/>
                      </a:endParaRPr>
                    </a:p>
                  </a:txBody>
                  <a:tcPr marL="0" marR="0" marB="0" marT="6350">
                    <a:lnL w="9525">
                      <a:solidFill>
                        <a:srgbClr val="F9F9F5"/>
                      </a:solidFill>
                      <a:prstDash val="solid"/>
                    </a:lnL>
                    <a:lnR w="9525">
                      <a:solidFill>
                        <a:srgbClr val="F9F9F5"/>
                      </a:solidFill>
                      <a:prstDash val="solid"/>
                    </a:lnR>
                    <a:solidFill>
                      <a:srgbClr val="FFFFFF">
                        <a:alpha val="391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400">
                        <a:latin typeface="Times New Roman"/>
                        <a:cs typeface="Times New Roman"/>
                      </a:endParaRPr>
                    </a:p>
                  </a:txBody>
                  <a:tcPr marL="0" marR="0" marB="0" marT="0">
                    <a:lnL w="9525">
                      <a:solidFill>
                        <a:srgbClr val="F9F9F5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solidFill>
                      <a:srgbClr val="FFFFFF">
                        <a:alpha val="3919"/>
                      </a:srgbClr>
                    </a:solidFill>
                  </a:tcPr>
                </a:tc>
              </a:tr>
              <a:tr h="85725">
                <a:tc>
                  <a:txBody>
                    <a:bodyPr/>
                    <a:lstStyle/>
                    <a:p>
                      <a:pPr marL="51435">
                        <a:lnSpc>
                          <a:spcPct val="100000"/>
                        </a:lnSpc>
                        <a:spcBef>
                          <a:spcPts val="50"/>
                        </a:spcBef>
                      </a:pPr>
                      <a:r>
                        <a:rPr dirty="0" sz="400" spc="-1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prvra65a0196</a:t>
                      </a:r>
                      <a:endParaRPr sz="400">
                        <a:latin typeface="Trebuchet MS"/>
                        <a:cs typeface="Trebuchet MS"/>
                      </a:endParaRPr>
                    </a:p>
                  </a:txBody>
                  <a:tcPr marL="0" marR="0" marB="0" marT="6350">
                    <a:lnL w="19050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F9F9F5"/>
                      </a:solidFill>
                      <a:prstDash val="solid"/>
                    </a:lnR>
                    <a:solidFill>
                      <a:srgbClr val="000000">
                        <a:alpha val="391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59055">
                        <a:lnSpc>
                          <a:spcPct val="100000"/>
                        </a:lnSpc>
                        <a:spcBef>
                          <a:spcPts val="50"/>
                        </a:spcBef>
                      </a:pPr>
                      <a:r>
                        <a:rPr dirty="0" sz="400" spc="-25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BCP</a:t>
                      </a:r>
                      <a:endParaRPr sz="400">
                        <a:latin typeface="Trebuchet MS"/>
                        <a:cs typeface="Trebuchet MS"/>
                      </a:endParaRPr>
                    </a:p>
                  </a:txBody>
                  <a:tcPr marL="0" marR="0" marB="0" marT="6350">
                    <a:lnL w="9525">
                      <a:solidFill>
                        <a:srgbClr val="F9F9F5"/>
                      </a:solidFill>
                      <a:prstDash val="solid"/>
                    </a:lnL>
                    <a:lnR w="9525">
                      <a:solidFill>
                        <a:srgbClr val="F9F9F5"/>
                      </a:solidFill>
                      <a:prstDash val="solid"/>
                    </a:lnR>
                    <a:solidFill>
                      <a:srgbClr val="000000">
                        <a:alpha val="391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52069">
                        <a:lnSpc>
                          <a:spcPct val="100000"/>
                        </a:lnSpc>
                        <a:spcBef>
                          <a:spcPts val="50"/>
                        </a:spcBef>
                      </a:pPr>
                      <a:r>
                        <a:rPr dirty="0" sz="400" spc="-1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Garuda </a:t>
                      </a:r>
                      <a:r>
                        <a:rPr dirty="0" sz="400" spc="-2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Data</a:t>
                      </a:r>
                      <a:endParaRPr sz="400">
                        <a:latin typeface="Trebuchet MS"/>
                        <a:cs typeface="Trebuchet MS"/>
                      </a:endParaRPr>
                    </a:p>
                  </a:txBody>
                  <a:tcPr marL="0" marR="0" marB="0" marT="6350">
                    <a:lnL w="9525">
                      <a:solidFill>
                        <a:srgbClr val="F9F9F5"/>
                      </a:solidFill>
                      <a:prstDash val="solid"/>
                    </a:lnL>
                    <a:lnR w="9525">
                      <a:solidFill>
                        <a:srgbClr val="F9F9F5"/>
                      </a:solidFill>
                      <a:prstDash val="solid"/>
                    </a:lnR>
                    <a:solidFill>
                      <a:srgbClr val="000000">
                        <a:alpha val="391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54610">
                        <a:lnSpc>
                          <a:spcPct val="100000"/>
                        </a:lnSpc>
                        <a:spcBef>
                          <a:spcPts val="50"/>
                        </a:spcBef>
                      </a:pPr>
                      <a:r>
                        <a:rPr dirty="0" sz="400" spc="-2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8X64</a:t>
                      </a:r>
                      <a:endParaRPr sz="400">
                        <a:latin typeface="Trebuchet MS"/>
                        <a:cs typeface="Trebuchet MS"/>
                      </a:endParaRPr>
                    </a:p>
                  </a:txBody>
                  <a:tcPr marL="0" marR="0" marB="0" marT="6350">
                    <a:lnL w="9525">
                      <a:solidFill>
                        <a:srgbClr val="F9F9F5"/>
                      </a:solidFill>
                      <a:prstDash val="solid"/>
                    </a:lnL>
                    <a:lnR w="9525">
                      <a:solidFill>
                        <a:srgbClr val="F9F9F5"/>
                      </a:solidFill>
                      <a:prstDash val="solid"/>
                    </a:lnR>
                    <a:solidFill>
                      <a:srgbClr val="000000">
                        <a:alpha val="391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57785">
                        <a:lnSpc>
                          <a:spcPct val="100000"/>
                        </a:lnSpc>
                        <a:spcBef>
                          <a:spcPts val="50"/>
                        </a:spcBef>
                      </a:pPr>
                      <a:r>
                        <a:rPr dirty="0" sz="400" spc="-1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Tempe</a:t>
                      </a:r>
                      <a:endParaRPr sz="400">
                        <a:latin typeface="Trebuchet MS"/>
                        <a:cs typeface="Trebuchet MS"/>
                      </a:endParaRPr>
                    </a:p>
                  </a:txBody>
                  <a:tcPr marL="0" marR="0" marB="0" marT="6350">
                    <a:lnL w="9525">
                      <a:solidFill>
                        <a:srgbClr val="F9F9F5"/>
                      </a:solidFill>
                      <a:prstDash val="solid"/>
                    </a:lnL>
                    <a:lnR w="9525">
                      <a:solidFill>
                        <a:srgbClr val="F9F9F5"/>
                      </a:solidFill>
                      <a:prstDash val="solid"/>
                    </a:lnR>
                    <a:solidFill>
                      <a:srgbClr val="000000">
                        <a:alpha val="391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50"/>
                        </a:spcBef>
                      </a:pPr>
                      <a:r>
                        <a:rPr dirty="0" sz="400" spc="-25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UTC</a:t>
                      </a:r>
                      <a:endParaRPr sz="400">
                        <a:latin typeface="Trebuchet MS"/>
                        <a:cs typeface="Trebuchet MS"/>
                      </a:endParaRPr>
                    </a:p>
                  </a:txBody>
                  <a:tcPr marL="0" marR="0" marB="0" marT="6350">
                    <a:lnL w="9525">
                      <a:solidFill>
                        <a:srgbClr val="F9F9F5"/>
                      </a:solidFill>
                      <a:prstDash val="solid"/>
                    </a:lnL>
                    <a:lnR w="9525">
                      <a:solidFill>
                        <a:srgbClr val="F9F9F5"/>
                      </a:solidFill>
                      <a:prstDash val="solid"/>
                    </a:lnR>
                    <a:solidFill>
                      <a:srgbClr val="000000">
                        <a:alpha val="391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53340">
                        <a:lnSpc>
                          <a:spcPct val="100000"/>
                        </a:lnSpc>
                        <a:spcBef>
                          <a:spcPts val="50"/>
                        </a:spcBef>
                      </a:pPr>
                      <a:r>
                        <a:rPr dirty="0" sz="400" spc="-1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prvra15a0089</a:t>
                      </a:r>
                      <a:endParaRPr sz="400">
                        <a:latin typeface="Trebuchet MS"/>
                        <a:cs typeface="Trebuchet MS"/>
                      </a:endParaRPr>
                    </a:p>
                  </a:txBody>
                  <a:tcPr marL="0" marR="0" marB="0" marT="6350">
                    <a:lnL w="9525">
                      <a:solidFill>
                        <a:srgbClr val="F9F9F5"/>
                      </a:solidFill>
                      <a:prstDash val="solid"/>
                    </a:lnL>
                    <a:lnR w="9525">
                      <a:solidFill>
                        <a:srgbClr val="F9F9F5"/>
                      </a:solidFill>
                      <a:prstDash val="solid"/>
                    </a:lnR>
                    <a:solidFill>
                      <a:srgbClr val="000000">
                        <a:alpha val="391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55880">
                        <a:lnSpc>
                          <a:spcPct val="100000"/>
                        </a:lnSpc>
                        <a:spcBef>
                          <a:spcPts val="50"/>
                        </a:spcBef>
                      </a:pPr>
                      <a:r>
                        <a:rPr dirty="0" sz="400" spc="-1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/apps</a:t>
                      </a:r>
                      <a:r>
                        <a:rPr dirty="0" sz="400" spc="15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 </a:t>
                      </a:r>
                      <a:r>
                        <a:rPr dirty="0" sz="400" spc="-25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1T,/esdata</a:t>
                      </a:r>
                      <a:r>
                        <a:rPr dirty="0" sz="400" spc="15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 </a:t>
                      </a:r>
                      <a:r>
                        <a:rPr dirty="0" sz="400" spc="-25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3T</a:t>
                      </a:r>
                      <a:endParaRPr sz="400">
                        <a:latin typeface="Trebuchet MS"/>
                        <a:cs typeface="Trebuchet MS"/>
                      </a:endParaRPr>
                    </a:p>
                  </a:txBody>
                  <a:tcPr marL="0" marR="0" marB="0" marT="6350">
                    <a:lnL w="9525">
                      <a:solidFill>
                        <a:srgbClr val="F9F9F5"/>
                      </a:solidFill>
                      <a:prstDash val="solid"/>
                    </a:lnL>
                    <a:lnR w="9525">
                      <a:solidFill>
                        <a:srgbClr val="F9F9F5"/>
                      </a:solidFill>
                      <a:prstDash val="solid"/>
                    </a:lnR>
                    <a:solidFill>
                      <a:srgbClr val="000000">
                        <a:alpha val="391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55244">
                        <a:lnSpc>
                          <a:spcPct val="100000"/>
                        </a:lnSpc>
                        <a:spcBef>
                          <a:spcPts val="50"/>
                        </a:spcBef>
                      </a:pPr>
                      <a:r>
                        <a:rPr dirty="0" sz="40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Elasticsearch</a:t>
                      </a:r>
                      <a:r>
                        <a:rPr dirty="0" sz="400" spc="-3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 </a:t>
                      </a:r>
                      <a:r>
                        <a:rPr dirty="0" sz="400" spc="-2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7.17</a:t>
                      </a:r>
                      <a:endParaRPr sz="400">
                        <a:latin typeface="Trebuchet MS"/>
                        <a:cs typeface="Trebuchet MS"/>
                      </a:endParaRPr>
                    </a:p>
                  </a:txBody>
                  <a:tcPr marL="0" marR="0" marB="0" marT="6350">
                    <a:lnL w="9525">
                      <a:solidFill>
                        <a:srgbClr val="F9F9F5"/>
                      </a:solidFill>
                      <a:prstDash val="solid"/>
                    </a:lnL>
                    <a:lnR w="9525">
                      <a:solidFill>
                        <a:srgbClr val="F9F9F5"/>
                      </a:solidFill>
                      <a:prstDash val="solid"/>
                    </a:lnR>
                    <a:solidFill>
                      <a:srgbClr val="000000">
                        <a:alpha val="391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400">
                        <a:latin typeface="Times New Roman"/>
                        <a:cs typeface="Times New Roman"/>
                      </a:endParaRPr>
                    </a:p>
                  </a:txBody>
                  <a:tcPr marL="0" marR="0" marB="0" marT="0">
                    <a:lnL w="9525">
                      <a:solidFill>
                        <a:srgbClr val="F9F9F5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solidFill>
                      <a:srgbClr val="000000">
                        <a:alpha val="3919"/>
                      </a:srgbClr>
                    </a:solidFill>
                  </a:tcPr>
                </a:tc>
              </a:tr>
              <a:tr h="99695">
                <a:tc>
                  <a:txBody>
                    <a:bodyPr/>
                    <a:lstStyle/>
                    <a:p>
                      <a:pPr marL="51435">
                        <a:lnSpc>
                          <a:spcPct val="100000"/>
                        </a:lnSpc>
                        <a:spcBef>
                          <a:spcPts val="50"/>
                        </a:spcBef>
                      </a:pPr>
                      <a:r>
                        <a:rPr dirty="0" sz="400" spc="-1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prvra91a0188</a:t>
                      </a:r>
                      <a:endParaRPr sz="400">
                        <a:latin typeface="Trebuchet MS"/>
                        <a:cs typeface="Trebuchet MS"/>
                      </a:endParaRPr>
                    </a:p>
                  </a:txBody>
                  <a:tcPr marL="0" marR="0" marB="0" marT="6350">
                    <a:lnL w="19050">
                      <a:solidFill>
                        <a:srgbClr val="FFFFFF"/>
                      </a:solidFill>
                      <a:prstDash val="solid"/>
                    </a:lnL>
                    <a:lnR w="9525">
                      <a:solidFill>
                        <a:srgbClr val="F9F9F5"/>
                      </a:solidFill>
                      <a:prstDash val="solid"/>
                    </a:lnR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9055">
                        <a:lnSpc>
                          <a:spcPct val="100000"/>
                        </a:lnSpc>
                        <a:spcBef>
                          <a:spcPts val="50"/>
                        </a:spcBef>
                      </a:pPr>
                      <a:r>
                        <a:rPr dirty="0" sz="400" spc="-25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BCP</a:t>
                      </a:r>
                      <a:endParaRPr sz="400">
                        <a:latin typeface="Trebuchet MS"/>
                        <a:cs typeface="Trebuchet MS"/>
                      </a:endParaRPr>
                    </a:p>
                  </a:txBody>
                  <a:tcPr marL="0" marR="0" marB="0" marT="6350">
                    <a:lnL w="9525">
                      <a:solidFill>
                        <a:srgbClr val="F9F9F5"/>
                      </a:solidFill>
                      <a:prstDash val="solid"/>
                    </a:lnL>
                    <a:lnR w="9525">
                      <a:solidFill>
                        <a:srgbClr val="F9F9F5"/>
                      </a:solidFill>
                      <a:prstDash val="solid"/>
                    </a:lnR>
                    <a:lnB w="19050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>
                        <a:alpha val="391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52069">
                        <a:lnSpc>
                          <a:spcPct val="100000"/>
                        </a:lnSpc>
                        <a:spcBef>
                          <a:spcPts val="50"/>
                        </a:spcBef>
                      </a:pPr>
                      <a:r>
                        <a:rPr dirty="0" sz="400" spc="-1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Kibana</a:t>
                      </a:r>
                      <a:r>
                        <a:rPr dirty="0" sz="40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 </a:t>
                      </a:r>
                      <a:r>
                        <a:rPr dirty="0" sz="400" spc="-5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/</a:t>
                      </a:r>
                      <a:r>
                        <a:rPr dirty="0" sz="40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 </a:t>
                      </a:r>
                      <a:r>
                        <a:rPr dirty="0" sz="400" spc="-1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Garuda</a:t>
                      </a:r>
                      <a:endParaRPr sz="400">
                        <a:latin typeface="Trebuchet MS"/>
                        <a:cs typeface="Trebuchet MS"/>
                      </a:endParaRPr>
                    </a:p>
                  </a:txBody>
                  <a:tcPr marL="0" marR="0" marB="0" marT="6350">
                    <a:lnL w="9525">
                      <a:solidFill>
                        <a:srgbClr val="F9F9F5"/>
                      </a:solidFill>
                      <a:prstDash val="solid"/>
                    </a:lnL>
                    <a:lnR w="9525">
                      <a:solidFill>
                        <a:srgbClr val="F9F9F5"/>
                      </a:solidFill>
                      <a:prstDash val="solid"/>
                    </a:lnR>
                    <a:lnB w="19050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>
                        <a:alpha val="391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54610">
                        <a:lnSpc>
                          <a:spcPct val="100000"/>
                        </a:lnSpc>
                        <a:spcBef>
                          <a:spcPts val="50"/>
                        </a:spcBef>
                      </a:pPr>
                      <a:r>
                        <a:rPr dirty="0" sz="400" spc="-2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8X32</a:t>
                      </a:r>
                      <a:endParaRPr sz="400">
                        <a:latin typeface="Trebuchet MS"/>
                        <a:cs typeface="Trebuchet MS"/>
                      </a:endParaRPr>
                    </a:p>
                  </a:txBody>
                  <a:tcPr marL="0" marR="0" marB="0" marT="6350">
                    <a:lnL w="9525">
                      <a:solidFill>
                        <a:srgbClr val="F9F9F5"/>
                      </a:solidFill>
                      <a:prstDash val="solid"/>
                    </a:lnL>
                    <a:lnR w="9525">
                      <a:solidFill>
                        <a:srgbClr val="F9F9F5"/>
                      </a:solidFill>
                      <a:prstDash val="solid"/>
                    </a:lnR>
                    <a:lnB w="19050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>
                        <a:alpha val="391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57785">
                        <a:lnSpc>
                          <a:spcPct val="100000"/>
                        </a:lnSpc>
                        <a:spcBef>
                          <a:spcPts val="50"/>
                        </a:spcBef>
                      </a:pPr>
                      <a:r>
                        <a:rPr dirty="0" sz="400" spc="-1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Tempe</a:t>
                      </a:r>
                      <a:endParaRPr sz="400">
                        <a:latin typeface="Trebuchet MS"/>
                        <a:cs typeface="Trebuchet MS"/>
                      </a:endParaRPr>
                    </a:p>
                  </a:txBody>
                  <a:tcPr marL="0" marR="0" marB="0" marT="6350">
                    <a:lnL w="9525">
                      <a:solidFill>
                        <a:srgbClr val="F9F9F5"/>
                      </a:solidFill>
                      <a:prstDash val="solid"/>
                    </a:lnL>
                    <a:lnR w="9525">
                      <a:solidFill>
                        <a:srgbClr val="F9F9F5"/>
                      </a:solidFill>
                      <a:prstDash val="solid"/>
                    </a:lnR>
                    <a:lnB w="19050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>
                        <a:alpha val="391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50"/>
                        </a:spcBef>
                      </a:pPr>
                      <a:r>
                        <a:rPr dirty="0" sz="400" spc="-25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UTC</a:t>
                      </a:r>
                      <a:endParaRPr sz="400">
                        <a:latin typeface="Trebuchet MS"/>
                        <a:cs typeface="Trebuchet MS"/>
                      </a:endParaRPr>
                    </a:p>
                  </a:txBody>
                  <a:tcPr marL="0" marR="0" marB="0" marT="6350">
                    <a:lnL w="9525">
                      <a:solidFill>
                        <a:srgbClr val="F9F9F5"/>
                      </a:solidFill>
                      <a:prstDash val="solid"/>
                    </a:lnL>
                    <a:lnR w="9525">
                      <a:solidFill>
                        <a:srgbClr val="F9F9F5"/>
                      </a:solidFill>
                      <a:prstDash val="solid"/>
                    </a:lnR>
                    <a:lnB w="19050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>
                        <a:alpha val="391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53340">
                        <a:lnSpc>
                          <a:spcPct val="100000"/>
                        </a:lnSpc>
                        <a:spcBef>
                          <a:spcPts val="50"/>
                        </a:spcBef>
                      </a:pPr>
                      <a:r>
                        <a:rPr dirty="0" sz="400" spc="-1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prvra61a0088</a:t>
                      </a:r>
                      <a:endParaRPr sz="400">
                        <a:latin typeface="Trebuchet MS"/>
                        <a:cs typeface="Trebuchet MS"/>
                      </a:endParaRPr>
                    </a:p>
                  </a:txBody>
                  <a:tcPr marL="0" marR="0" marB="0" marT="6350">
                    <a:lnL w="9525">
                      <a:solidFill>
                        <a:srgbClr val="F9F9F5"/>
                      </a:solidFill>
                      <a:prstDash val="solid"/>
                    </a:lnL>
                    <a:lnR w="9525">
                      <a:solidFill>
                        <a:srgbClr val="F9F9F5"/>
                      </a:solidFill>
                      <a:prstDash val="solid"/>
                    </a:lnR>
                    <a:lnB w="19050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>
                        <a:alpha val="391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55880">
                        <a:lnSpc>
                          <a:spcPct val="100000"/>
                        </a:lnSpc>
                        <a:spcBef>
                          <a:spcPts val="50"/>
                        </a:spcBef>
                      </a:pPr>
                      <a:r>
                        <a:rPr dirty="0" sz="400" spc="-1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/apps</a:t>
                      </a:r>
                      <a:r>
                        <a:rPr dirty="0" sz="400" spc="3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 </a:t>
                      </a:r>
                      <a:r>
                        <a:rPr dirty="0" sz="400" spc="-2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300G,/apps</a:t>
                      </a:r>
                      <a:r>
                        <a:rPr dirty="0" sz="400" spc="3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 </a:t>
                      </a:r>
                      <a:r>
                        <a:rPr dirty="0" sz="400" spc="-2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300G</a:t>
                      </a:r>
                      <a:endParaRPr sz="400">
                        <a:latin typeface="Trebuchet MS"/>
                        <a:cs typeface="Trebuchet MS"/>
                      </a:endParaRPr>
                    </a:p>
                  </a:txBody>
                  <a:tcPr marL="0" marR="0" marB="0" marT="6350">
                    <a:lnL w="9525">
                      <a:solidFill>
                        <a:srgbClr val="F9F9F5"/>
                      </a:solidFill>
                      <a:prstDash val="solid"/>
                    </a:lnL>
                    <a:lnR w="9525">
                      <a:solidFill>
                        <a:srgbClr val="F9F9F5"/>
                      </a:solidFill>
                      <a:prstDash val="solid"/>
                    </a:lnR>
                    <a:lnB w="19050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>
                        <a:alpha val="391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55244">
                        <a:lnSpc>
                          <a:spcPct val="100000"/>
                        </a:lnSpc>
                        <a:spcBef>
                          <a:spcPts val="50"/>
                        </a:spcBef>
                      </a:pPr>
                      <a:r>
                        <a:rPr dirty="0" sz="40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Elasticsearch </a:t>
                      </a:r>
                      <a:r>
                        <a:rPr dirty="0" sz="400" spc="-1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Kibana</a:t>
                      </a:r>
                      <a:r>
                        <a:rPr dirty="0" sz="40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 </a:t>
                      </a:r>
                      <a:r>
                        <a:rPr dirty="0" sz="400" spc="-10">
                          <a:solidFill>
                            <a:srgbClr val="374552"/>
                          </a:solidFill>
                          <a:latin typeface="Trebuchet MS"/>
                          <a:cs typeface="Trebuchet MS"/>
                        </a:rPr>
                        <a:t>Instance</a:t>
                      </a:r>
                      <a:endParaRPr sz="400">
                        <a:latin typeface="Trebuchet MS"/>
                        <a:cs typeface="Trebuchet MS"/>
                      </a:endParaRPr>
                    </a:p>
                  </a:txBody>
                  <a:tcPr marL="0" marR="0" marB="0" marT="6350">
                    <a:lnL w="9525">
                      <a:solidFill>
                        <a:srgbClr val="F9F9F5"/>
                      </a:solidFill>
                      <a:prstDash val="solid"/>
                    </a:lnL>
                    <a:lnR w="9525">
                      <a:solidFill>
                        <a:srgbClr val="F9F9F5"/>
                      </a:solidFill>
                      <a:prstDash val="solid"/>
                    </a:lnR>
                    <a:lnB w="19050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>
                        <a:alpha val="391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400">
                        <a:latin typeface="Times New Roman"/>
                        <a:cs typeface="Times New Roman"/>
                      </a:endParaRPr>
                    </a:p>
                  </a:txBody>
                  <a:tcPr marL="0" marR="0" marB="0" marT="0">
                    <a:lnL w="9525">
                      <a:solidFill>
                        <a:srgbClr val="F9F9F5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7" name="object 7"/>
          <p:cNvSpPr/>
          <p:nvPr/>
        </p:nvSpPr>
        <p:spPr>
          <a:xfrm>
            <a:off x="10572749" y="4724400"/>
            <a:ext cx="533400" cy="95250"/>
          </a:xfrm>
          <a:custGeom>
            <a:avLst/>
            <a:gdLst/>
            <a:ahLst/>
            <a:cxnLst/>
            <a:rect l="l" t="t" r="r" b="b"/>
            <a:pathLst>
              <a:path w="533400" h="95250">
                <a:moveTo>
                  <a:pt x="533399" y="0"/>
                </a:moveTo>
                <a:lnTo>
                  <a:pt x="0" y="0"/>
                </a:lnTo>
                <a:lnTo>
                  <a:pt x="0" y="95249"/>
                </a:lnTo>
                <a:lnTo>
                  <a:pt x="520636" y="95249"/>
                </a:lnTo>
                <a:lnTo>
                  <a:pt x="524789" y="93522"/>
                </a:lnTo>
                <a:lnTo>
                  <a:pt x="531672" y="86639"/>
                </a:lnTo>
                <a:lnTo>
                  <a:pt x="533399" y="82486"/>
                </a:lnTo>
                <a:lnTo>
                  <a:pt x="533399" y="0"/>
                </a:lnTo>
                <a:close/>
              </a:path>
            </a:pathLst>
          </a:custGeom>
          <a:solidFill>
            <a:srgbClr val="FFFFFF">
              <a:alpha val="3919"/>
            </a:srgbClr>
          </a:solidFill>
        </p:spPr>
        <p:txBody>
          <a:bodyPr wrap="square" lIns="0" tIns="0" rIns="0" bIns="0" rtlCol="0"/>
          <a:lstStyle/>
          <a:p/>
        </p:txBody>
      </p:sp>
      <p:sp>
        <p:nvSpPr>
          <p:cNvPr id="8" name="object 8"/>
          <p:cNvSpPr txBox="1"/>
          <p:nvPr/>
        </p:nvSpPr>
        <p:spPr>
          <a:xfrm>
            <a:off x="297616" y="4823243"/>
            <a:ext cx="3034030" cy="86360"/>
          </a:xfrm>
          <a:prstGeom prst="rect">
            <a:avLst/>
          </a:prstGeom>
        </p:spPr>
        <p:txBody>
          <a:bodyPr wrap="square" lIns="0" tIns="1206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dirty="0" sz="400">
                <a:solidFill>
                  <a:srgbClr val="374552"/>
                </a:solidFill>
                <a:latin typeface="Trebuchet MS"/>
                <a:cs typeface="Trebuchet MS"/>
              </a:rPr>
              <a:t>This</a:t>
            </a:r>
            <a:r>
              <a:rPr dirty="0" sz="400" spc="-5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400" spc="-20">
                <a:solidFill>
                  <a:srgbClr val="374552"/>
                </a:solidFill>
                <a:latin typeface="Trebuchet MS"/>
                <a:cs typeface="Trebuchet MS"/>
              </a:rPr>
              <a:t>table</a:t>
            </a:r>
            <a:r>
              <a:rPr dirty="0" sz="400">
                <a:solidFill>
                  <a:srgbClr val="374552"/>
                </a:solidFill>
                <a:latin typeface="Trebuchet MS"/>
                <a:cs typeface="Trebuchet MS"/>
              </a:rPr>
              <a:t> serves as</a:t>
            </a:r>
            <a:r>
              <a:rPr dirty="0" sz="400" spc="-5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400">
                <a:solidFill>
                  <a:srgbClr val="374552"/>
                </a:solidFill>
                <a:latin typeface="Trebuchet MS"/>
                <a:cs typeface="Trebuchet MS"/>
              </a:rPr>
              <a:t>a </a:t>
            </a:r>
            <a:r>
              <a:rPr dirty="0" sz="400" spc="-10">
                <a:solidFill>
                  <a:srgbClr val="374552"/>
                </a:solidFill>
                <a:latin typeface="Trebuchet MS"/>
                <a:cs typeface="Trebuchet MS"/>
              </a:rPr>
              <a:t>foundational</a:t>
            </a:r>
            <a:r>
              <a:rPr dirty="0" sz="400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400" spc="-10">
                <a:solidFill>
                  <a:srgbClr val="374552"/>
                </a:solidFill>
                <a:latin typeface="Trebuchet MS"/>
                <a:cs typeface="Trebuchet MS"/>
              </a:rPr>
              <a:t>reference</a:t>
            </a:r>
            <a:r>
              <a:rPr dirty="0" sz="400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400" spc="-10">
                <a:solidFill>
                  <a:srgbClr val="374552"/>
                </a:solidFill>
                <a:latin typeface="Trebuchet MS"/>
                <a:cs typeface="Trebuchet MS"/>
              </a:rPr>
              <a:t>for</a:t>
            </a:r>
            <a:r>
              <a:rPr dirty="0" sz="400" spc="-5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400" spc="-20">
                <a:solidFill>
                  <a:srgbClr val="374552"/>
                </a:solidFill>
                <a:latin typeface="Trebuchet MS"/>
                <a:cs typeface="Trebuchet MS"/>
              </a:rPr>
              <a:t>all</a:t>
            </a:r>
            <a:r>
              <a:rPr dirty="0" sz="400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400" spc="-10">
                <a:solidFill>
                  <a:srgbClr val="374552"/>
                </a:solidFill>
                <a:latin typeface="Trebuchet MS"/>
                <a:cs typeface="Trebuchet MS"/>
              </a:rPr>
              <a:t>migration</a:t>
            </a:r>
            <a:r>
              <a:rPr dirty="0" sz="400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400" spc="-25">
                <a:solidFill>
                  <a:srgbClr val="374552"/>
                </a:solidFill>
                <a:latin typeface="Trebuchet MS"/>
                <a:cs typeface="Trebuchet MS"/>
              </a:rPr>
              <a:t>activities,</a:t>
            </a:r>
            <a:r>
              <a:rPr dirty="0" sz="400">
                <a:solidFill>
                  <a:srgbClr val="374552"/>
                </a:solidFill>
                <a:latin typeface="Trebuchet MS"/>
                <a:cs typeface="Trebuchet MS"/>
              </a:rPr>
              <a:t> ensuring</a:t>
            </a:r>
            <a:r>
              <a:rPr dirty="0" sz="400" spc="-5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400" spc="-10">
                <a:solidFill>
                  <a:srgbClr val="374552"/>
                </a:solidFill>
                <a:latin typeface="Trebuchet MS"/>
                <a:cs typeface="Trebuchet MS"/>
              </a:rPr>
              <a:t>accurate</a:t>
            </a:r>
            <a:r>
              <a:rPr dirty="0" sz="400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400" spc="-10">
                <a:solidFill>
                  <a:srgbClr val="374552"/>
                </a:solidFill>
                <a:latin typeface="Trebuchet MS"/>
                <a:cs typeface="Trebuchet MS"/>
              </a:rPr>
              <a:t>provisioning</a:t>
            </a:r>
            <a:r>
              <a:rPr dirty="0" sz="400">
                <a:solidFill>
                  <a:srgbClr val="374552"/>
                </a:solidFill>
                <a:latin typeface="Trebuchet MS"/>
                <a:cs typeface="Trebuchet MS"/>
              </a:rPr>
              <a:t> and </a:t>
            </a:r>
            <a:r>
              <a:rPr dirty="0" sz="400" spc="-10">
                <a:solidFill>
                  <a:srgbClr val="374552"/>
                </a:solidFill>
                <a:latin typeface="Trebuchet MS"/>
                <a:cs typeface="Trebuchet MS"/>
              </a:rPr>
              <a:t>configuration</a:t>
            </a:r>
            <a:r>
              <a:rPr dirty="0" sz="400" spc="-5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400">
                <a:solidFill>
                  <a:srgbClr val="374552"/>
                </a:solidFill>
                <a:latin typeface="Trebuchet MS"/>
                <a:cs typeface="Trebuchet MS"/>
              </a:rPr>
              <a:t>of </a:t>
            </a:r>
            <a:r>
              <a:rPr dirty="0" sz="400" spc="-10">
                <a:solidFill>
                  <a:srgbClr val="374552"/>
                </a:solidFill>
                <a:latin typeface="Trebuchet MS"/>
                <a:cs typeface="Trebuchet MS"/>
              </a:rPr>
              <a:t>new</a:t>
            </a:r>
            <a:r>
              <a:rPr dirty="0" sz="400">
                <a:solidFill>
                  <a:srgbClr val="374552"/>
                </a:solidFill>
                <a:latin typeface="Trebuchet MS"/>
                <a:cs typeface="Trebuchet MS"/>
              </a:rPr>
              <a:t> </a:t>
            </a:r>
            <a:r>
              <a:rPr dirty="0" sz="400" spc="-10">
                <a:solidFill>
                  <a:srgbClr val="374552"/>
                </a:solidFill>
                <a:latin typeface="Trebuchet MS"/>
                <a:cs typeface="Trebuchet MS"/>
              </a:rPr>
              <a:t>hosts.</a:t>
            </a:r>
            <a:endParaRPr sz="400">
              <a:latin typeface="Trebuchet MS"/>
              <a:cs typeface="Trebuchet MS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Microsoft Office PowerPoint</Application>
  <PresentationFormat>On-screen Show (4:3)</PresentationFormat>
  <ScaleCrop>false</ScaleCrop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2026-02-16T11:57:33Z</dcterms:created>
  <dcterms:modified xsi:type="dcterms:W3CDTF">2026-02-16T11:57:33Z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2026-02-16T00:00:00Z</vt:filetime>
  </property>
  <property fmtid="{D5CDD505-2E9C-101B-9397-08002B2CF9AE}" pid="3" name="Creator">
    <vt:lpwstr>pdf-lib (https://github.com/Hopding/pdf-lib)</vt:lpwstr>
  </property>
  <property fmtid="{D5CDD505-2E9C-101B-9397-08002B2CF9AE}" pid="4" name="LastSaved">
    <vt:filetime>2026-02-16T00:00:00Z</vt:filetime>
  </property>
  <property fmtid="{D5CDD505-2E9C-101B-9397-08002B2CF9AE}" pid="5" name="Producer">
    <vt:lpwstr>pdf-lib (https://github.com/Hopding/pdf-lib)</vt:lpwstr>
  </property>
</Properties>
</file>